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-96" y="-7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27차시</c:v>
                </c:pt>
              </c:strCache>
            </c:strRef>
          </c:tx>
          <c:spPr>
            <a:solidFill>
              <a:srgbClr val="9FB2D4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정답률(%)</c:v>
                </c:pt>
                <c:pt idx="1">
                  <c:v>평균 응답(초×10)</c:v>
                </c:pt>
                <c:pt idx="2">
                  <c:v>평균 LLM 호출(회×10)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43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30차시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정답률(%)</c:v>
                </c:pt>
                <c:pt idx="1">
                  <c:v>평균 응답(초×10)</c:v>
                </c:pt>
                <c:pt idx="2">
                  <c:v>평균 LLM 호출(회×10)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51</c:v>
                </c:pt>
                <c:pt idx="2">
                  <c:v>29</c:v>
                </c:pt>
              </c:numCache>
            </c:numRef>
          </c:val>
        </c:ser>
        <c:dLbls>
          <c:showVal val="1"/>
        </c:dLbls>
        <c:axId val="71792128"/>
        <c:axId val="71793664"/>
      </c:barChart>
      <c:catAx>
        <c:axId val="7179212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71793664"/>
        <c:crosses val="autoZero"/>
        <c:auto val="1"/>
        <c:lblAlgn val="ctr"/>
        <c:lblOffset val="100"/>
        <c:noMultiLvlLbl val="1"/>
      </c:catAx>
      <c:valAx>
        <c:axId val="71793664"/>
        <c:scaling>
          <c:orientation val="minMax"/>
          <c:max val="110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717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100">
              <a:solidFill>
                <a:srgbClr val="5C6577"/>
              </a:solidFill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30차시입니다. 12차시부터 끌어온 실패를 오늘 해결합니다.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3부에서 가장 성취감이 큰 차시입니다.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9차시 임베딩에서 봤던 현상이 실제 실패로 나타난 사례입니다.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앞선 처방이 모두 통하지 않았다는 점이 재작성의 필요성을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tried_queries가 18차시 Reducer의 실제 쓰임입니다.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전략을 한 번의 LLM 호출로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18차시 설계 결정이 오늘 값어치를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4가 없으면 '반품 언제까지?'가 '환불 및 교환 규정 전반'으로 확대됩니다.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지시와 코드 확인을 이중으로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24차시 State에 rewrites 키를 하나 더 추가합니다.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확장을 고려한 설계의 실제 효과입니다.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bottom = 1.88+0.30+2.88 = 5.06, 카드 5.20.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재작성 한 번으로 둘 다 해결됐다는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전체의 설계가 맞물린다는 점을 체감시키는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응답 시간과 호출 수는 한 차트에 넣으려고 10배로 맞췄습니다. 실제 수치는 오른쪽 카드를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선택 실습으로 권해주세요.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번째 줄은 question/query 분리를 놓친 경우입니다.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 질문 해결을 직접 확인해봐야 성취감이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차시는 안정성 차시입니다.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장기 설계의 보상이라는 메시지로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30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 · 재검색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찾으면 다르게 물어본다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바꿀 수 없다면 질문을 바꿉니다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 불일치 진단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원인이 '표현 차이'임을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알아본다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노드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다르게 표현하는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만든다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루프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루프를 만들고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상한을 건다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question과 query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나눠둔 설계의 진가를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실패 해결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14차시부터의 숙제를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푼다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비용과 효과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재검색의 득실을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LEFTOVERS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14차시부터 남아 있던 두 질문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 언제까지 가능해요?"</a:t>
            </a:r>
            <a:endParaRPr lang="en-US" sz="1700" dirty="0"/>
          </a:p>
          <a:p>
            <a:pPr marL="0" indent="0" algn="ctr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"물건 바꾸려면 택배비 누가 내나요?"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5257800" cy="1828800"/>
          </a:xfrm>
          <a:prstGeom prst="roundRect">
            <a:avLst>
              <a:gd name="adj" fmla="val 20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154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 fail_reason이 말해줍니다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1188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점수 0.412 (기준 0.47 미달)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 = low_score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 "반품", 문서는 "환불"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926080"/>
            <a:ext cx="5257800" cy="1828800"/>
          </a:xfrm>
          <a:prstGeom prst="roundRect">
            <a:avLst>
              <a:gd name="adj" fmla="val 2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154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 불일치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61188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하나로는 유사도 0.78쯤 나오지만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전체로 보면 0.41까지 떨어집니다.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말과 문서 말이 어긋난 것입니다.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98348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이것을 vocabulary mismatch, 어휘 불일치라고 부릅니다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 EVERYTHING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지금까지의 처방이 왜 안 통했나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조정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373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· 14차시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73736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표현은 그대로 — 효과 없음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688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확대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4688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· 14차시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4688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노이즈만 늘고 정답은 여전히 하위권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2004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강화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2004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20040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없으니 프롬프트로 못 고침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9319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9319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9319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근거로 다시 만들 뿐 — 소용없음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91947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방법은 하나 — 문서를 바꿀 수 없다면 질문을 바꿔서 다시 찾습니다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34924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 언제까지?"  →  재작성  →  "환불 신청 기한 규정"  →  재검색  →  점수 0.412 → 0.75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Rewriting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잘 되도록 질문을 다시 표현하는 기법.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루프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질의를 고쳐 retrieve로 되돌아가는 흐름.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 불일치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표현과 문서 표현이 달라 검색이 실패하는 현상.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tried_queries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시도한 질의 목록. 중복 시도를 막습니다.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상한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재작성을 몇 번까지 할지 정한 한계.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가상의 답변을 만들어 그것으로 검색하는 고급 기법.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STRATEGIES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재작성의 네 가지 전략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동의어 치환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싶은데" → "환불 신청"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문서에서 쓰는 용어로 바꿉니다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구어체 → 문어체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620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"택배비 누가 내요?" → "배송비 부담 주체"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문서는 대개 격식 있는 문체입니다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핵심어만 추출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410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사연 → "환불 신청 방법 절차"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군더더기를 빼면 핵심이 또렷해집니다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분해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502005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"환불과 교환의 차이" → 두 질의로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구조가 복잡해 33차시로 미룹니다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①②③을 한 프롬프트로 구현합니다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vs QUERY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18차시에 두 키로 나눈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2148840"/>
          </a:xfrm>
          <a:prstGeom prst="roundRect">
            <a:avLst>
              <a:gd name="adj" fmla="val 17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10512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재검색이 도는 동안의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128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212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128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 가능해요?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78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578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786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 가능해요?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2578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실패 0.412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443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2944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9443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 가능해요?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944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그대로!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101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240280" y="33101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33101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신청 기한 규정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성공 0.75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977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8136" y="4187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query로 답변을 만들면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88136" y="4645152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신청 기한은 7일입니다"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틀리진 않지만 사용자 말투와 동떨어집니다.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45352" y="3977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7688" y="4187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question으로 만들면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4645152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"반품(환불)은 7일 이내에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신청하실 수 있습니다"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물어본 맥락에 맞습니다.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89788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검색용 질의와 답변용 질문은 역할이 다릅니다 — 하나로 합쳐뒀다면 재작성하는 순간 원본이 사라집니다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PROMPT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프롬프트의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6642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검색을 돕는 질의 재작성 전문가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질문 · 이미 시도한 질의 · 실패 이유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24912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724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724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표현 → 문서의 공식 용어  (반품 → 환불)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255264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2552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2552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구어체 → 문어체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85616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7856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7856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명사 위주로 3~8단어 압축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315968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원본의 의미를 바꾸지 말 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시도한 질의와 다르게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44068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4가 가장 중요합니다 — 재작성은 표현만 바꾸는 것이지 질문의 범위를 넓히는 것이 아닙니다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REPEATS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재작성이 반복되는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 목록을 안 알려주면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14600"/>
            <a:ext cx="4453128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6060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1회차 재작성 : "환불 신청 기한" → 실패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2회차 재작성 : "환불 신청 기한" → 똑같음!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520440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temperature=0이면 같은 입력에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출력이 나옵니다.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tried_queries로 누적하면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542032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시도한 질의를 프롬프트에 넣고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"다르게 써라"고 지시합니다.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18차시에서 배운 Reducer로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목록을 덮어쓰지 않고 쌓습니다.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노드도 한 번 더 확인합니다 — 새 질의가 비었거나 이미 시도한 것이면 원본으로 되돌립니다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COUNTERS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retries와 rewrites를 나눈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retries — 재생성 횟수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근거로 다시 씁니다.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2회  (생성 + 검증)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rewrites — 재검색 횟수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60320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질의를 바꿔 다시 찾습니다.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3회 + 임베딩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(재작성 + 검색 + 생성 + 검증)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663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다르니 상한도 따로 관리합니다  —  MAX_RETRY = 2  ·  MAX_REWRITE = 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62356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카운터를 하나로 합치면 비싼 재검색과 싼 재생성을 구분할 수 없게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 THE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29차시에 예약해둔 길을 연결합니다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4708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 : research  →  (갈 곳 없음)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0428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 : research  →  rewrite  →  retrieve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이후와 verify 이후, 두 곳에서 rewrite로 갈 수 있습니다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8136" y="3703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이후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4114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low_score로 실패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rewrite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5352" y="352044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7688" y="3703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이후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4114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판정이 research (근거 부족)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902952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rewrite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함수는 거의 그대로 — 경로 맵의 값 하나만 바꿨습니다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COSTS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LLM 호출 횟수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71907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조건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171907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128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(인사 등)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1284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intent가 document가 아님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2212848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~ 1회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066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70662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검증 모두 통과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7066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~ 3회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00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20040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실패, 근거는 충분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20040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~ 5회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941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69417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또는 근거 부족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69417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~ 7회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8795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1879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418795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도달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18795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~ 9회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91947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최악의 경우를 미리 계산해두세요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21808"/>
            <a:ext cx="9902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2회 + 재생성 2회가 모두 발생하면 LLM 호출이 9회까지 갑니다 — 정상의 3배입니다.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상한을 반드시 걸고, 재귀 한도도 30 정도로 넉넉히 둡니다. 33차시에서 이 비용을 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SOLVED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해결했습니다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2788920"/>
          </a:xfrm>
          <a:prstGeom prst="roundRect">
            <a:avLst>
              <a:gd name="adj" fmla="val 131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01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88136" y="2359152"/>
            <a:ext cx="4453128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3230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: 0/5건 통과  최고 0.412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1회 → '환불 신청 기한 규정'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: 3/5건 통과  최고 0.751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→ 검증 → pass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75888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"반품(환불)은 수령 후 7일 이내에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신청하실 수 있습니다[1]."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257800" cy="2788920"/>
          </a:xfrm>
          <a:prstGeom prst="roundRect">
            <a:avLst>
              <a:gd name="adj" fmla="val 131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01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택배비 누가 내나요?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47688" y="2359152"/>
            <a:ext cx="4453128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43230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: 0/5건 통과  최고 0.389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1회 → '교환 시 배송비 부담 주체'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: 2/5건 통과  최고 0.712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→ 검증 → pass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675888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"불량으로 인한 교환의 경우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배송비는 당사가 부담합니다[1]."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70916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063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답변에 "반품(환불)"이 나온 것 — question을 보존했기 때문입니다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18개 차시를 끌어온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4759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74502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사례로 수집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9232" y="224759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274502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파라미터로 못 고침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460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9512" y="224759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274502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low_score로 진단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0488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9792" y="224759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274502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 경로 예약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4516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87452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0072" y="224759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01784" y="274502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794760"/>
            <a:ext cx="10817352" cy="2194560"/>
          </a:xfrm>
          <a:prstGeom prst="roundRect">
            <a:avLst>
              <a:gd name="adj" fmla="val 1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40233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차시가 한 조각씩 맡았습니다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480560"/>
            <a:ext cx="9902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기록해두지 않았다면(12차시) 무엇을 고쳐야 할지 몰랐고,</a:t>
            </a: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측정하지 않았다면(14차시) 파라미터로 안 된다는 걸 몰랐고,</a:t>
            </a: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사유를 구분하지 않았다면(24차시) 재검색 대상을 고를 수 없었고,</a:t>
            </a: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경로를 예약하지 않았다면(29차시) 오늘 분기를 크게 뜯어고쳐야 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vs GAIN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27차시와 비교하면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45920"/>
          <a:ext cx="6400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45920"/>
            <a:ext cx="4096512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1874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수치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359152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  95% → 100%  (+5%p)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응답  4.3초 → 5.1초  (+19%)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LLM  2.4회 → 2.9회  (+21%)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발생률  15%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21% 늘었습니다.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491947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도입할 가치가 있나? — 있습니다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5321808"/>
            <a:ext cx="9902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재작성은 15%에서만 발생합니다. 나머지 85%는 비용이 그대로입니다.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15%가 이전에는 전부 실패였습니다. 실패하던 질문을 성공시키는 비용이라고 보면 판단이 쉽습니다.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기법 맛보기 — 가상 답변으로 검색하기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783080"/>
          </a:xfrm>
          <a:prstGeom prst="roundRect">
            <a:avLst>
              <a:gd name="adj" fmla="val 205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847088"/>
            <a:ext cx="9875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: "반품하고 싶은데 언제까지?"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↓  LLM에게 "이 질문의 답변을 상상해서 써봐"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답변 : "환불은 상품 수령 후 일정 기간 이내에 신청할 수 있으며, 배송비는…"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↓  이 문장으로 검색  →  문서와 문체·용어가 비슷해 유사도가 올라갑니다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913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4389120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 불일치에 매우 강합니다.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370332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913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438912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호출이 한 번 더 들고,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상상이면 역효과가 납니다.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539496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4406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있다면 재작성 프롬프트를 이 방식으로 바꿔 효과를 비교해보세요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재작성해도 같은 질의가 나온다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691640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tried_queries를 프롬프트에 넣고 Reducer로 누적하세요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후 엉뚱한 문서가 검색된다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40487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"원본의 의미를 바꾸지 말라" 규칙을 강화하세요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재귀 한도 초과 에러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11810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rewrites 상한 검사가 분기 함수 맨 위에 있는지 확인하세요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↔ retrieve를 무한 반복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831336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노드가 rewrites를 +1 반환하는지 확인하세요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재작성된 질의 기준으로 나온다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54456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generate가 query가 아니라 question을 쓰는지 확인하세요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재작성이 너무 자주 발생해 비용 폭증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5257800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임계값이 높습니다. 24차시 방법으로 재조정하세요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어휘 불일치가 무엇인지 설명할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재작성 4가지 전략을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question과 query를 나눈 이유를 설명한다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retries와 rewrites를 나눈 이유를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tried_queries가 필요한 이유를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최악의 경우 LLM 호출 횟수를 계산한다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재작성 프롬프트를 작성했다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rewrite 노드를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research 경로를 rewrite로 연결했다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재검색 상한을 걸었다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14차시 실패 질문이 해결되는 것을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27차시와 비용 · 효과를 비교했다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31차시 예외 처리 설계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9개, 분기가 4개로 늘었습니다. 그만큼 실패할 수 있는 지점도 늘었습니다.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지점 목록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터질 수 있나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3대 오류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 · 시간 · 길이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실패 허용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죽지 않게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실패해도 전체가 멈추면 안 됩니다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검증이 실패하면 검증만 건너뛰고 답변은 내보냅니다.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응급실처럼, 가장 중요한 것부터 살리는 설계를 배웁니다.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바꿀 수 없다면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바꿉니다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12차시에 실패 사례로 적어뒀던 질문이 오늘 답을 받았습니다. 파라미터로도, 프롬프트로도 안 되던 문제였습니다.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검색의 앞단에 있었습니다. 사용자 말을 문서 말로 옮겨서 다시 찾는 것이었습니다.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18차시에 question과 query를 나눠둔 결정이 오늘 값어치를 했습니다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설계는 몇 차시 뒤에야 보상을 줍니다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</Words>
  <Application>Microsoft Office PowerPoint</Application>
  <PresentationFormat>사용자 지정</PresentationFormat>
  <Paragraphs>355</Paragraphs>
  <Slides>20</Slides>
  <Notes>20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30차시 질의 재작성 및 재검색</dc:title>
  <dc:subject>PptxGenJS Presentation</dc:subject>
  <dc:creator>이창현</dc:creator>
  <cp:lastModifiedBy>Lenovo</cp:lastModifiedBy>
  <cp:revision>1</cp:revision>
  <dcterms:created xsi:type="dcterms:W3CDTF">2026-09-22T00:50:52Z</dcterms:created>
  <dcterms:modified xsi:type="dcterms:W3CDTF">2026-09-22T02:00:07Z</dcterms:modified>
</cp:coreProperties>
</file>