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유사도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0.0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비밀번호 변경 ↔ 패스워드 재설정</c:v>
                </c:pt>
                <c:pt idx="1">
                  <c:v>환불 규정 ↔ 반품 절차</c:v>
                </c:pt>
                <c:pt idx="2">
                  <c:v>제품이 고장났어요 ↔ 기기 불량 신고</c:v>
                </c:pt>
                <c:pt idx="3">
                  <c:v>환불 규정 ↔ 배송 안내</c:v>
                </c:pt>
                <c:pt idx="4">
                  <c:v>환불 규정 ↔ 오늘 점심 메뉴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0.89100000000000013</c:v>
                </c:pt>
                <c:pt idx="1">
                  <c:v>0.78200000000000003</c:v>
                </c:pt>
                <c:pt idx="2">
                  <c:v>0.7340000000000001</c:v>
                </c:pt>
                <c:pt idx="3">
                  <c:v>0.52100000000000002</c:v>
                </c:pt>
                <c:pt idx="4">
                  <c:v>0.20300000000000001</c:v>
                </c:pt>
              </c:numCache>
            </c:numRef>
          </c:val>
        </c:ser>
        <c:dLbls>
          <c:showVal val="1"/>
        </c:dLbls>
        <c:axId val="64853504"/>
        <c:axId val="64855040"/>
      </c:barChart>
      <c:catAx>
        <c:axId val="6485350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4855040"/>
        <c:crosses val="autoZero"/>
        <c:auto val="1"/>
        <c:lblAlgn val="ctr"/>
        <c:lblOffset val="100"/>
        <c:noMultiLvlLbl val="1"/>
      </c:catAx>
      <c:valAx>
        <c:axId val="64855040"/>
        <c:scaling>
          <c:orientation val="minMax"/>
          <c:max val="1"/>
          <c:min val="0"/>
        </c:scaling>
        <c:axPos val="b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485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9차시입니다. 8차시에서 그냥 썼던 임베딩의 속을 들여다봅니다.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원리, 주황 카드는 실무 판단입니다.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수강생이 지난 차시에 무심코 지나친 지점을 짚어 호기심을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동의어 사전 관리가 왜 지옥인지 실무 경험이 있으면 덧붙여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차원 수가 큰 이유를 '축이 많아야 한다'로 설명하면 이해가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용어보다 감각이 중요합니다. 가볍게 훑고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길이에 휘둘리지 않는다는 점이 코사인 유사도를 쓰는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차트의 위 세 개는 글자가 거의 안 겹치는데도 점수가 높다는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그대로 외우지 말고 직접 재라는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값은 10·11·14차시에서 계속 씁니다. config에 기록해두게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일관성 항목이 가장 중요합니다. 다음 슬라이드에서 이유를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실무에서 검색이 갑자기 망가지는 흔한 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원인 단계를 좁혀가는 것이 RAG 디버깅입니다. 12차시로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마지막 두 줄이 실무에서 자주 사고를 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부정문 약점은 과제로도 직접 확인해보게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임계값을 정하지 못한 사람은 10차시에서 막힙니다.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부정문 실험은 재미있으면서도 임베딩의 한계를 체감하게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 절감이 10차시의 가장 실용적인 수확입니다.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마법처럼 보이는 것의 정체를 알려주고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9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이해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컴퓨터는 어떻게 '비슷한 뜻'을 알까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단어가 안 겹쳐도 찾아내는 원리를 들여다봅니다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벡터로 바뀌는 원리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텍스트가 숫자가 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과정을 직관으로 잡는다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코사인 유사도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문장의 의미 거리를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재본다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vs 의미 검색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결정적 차이가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확인한다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임계값 찾기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점부터 관련 있다고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볼지 스스로 정한다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고르는 기준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골라야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하는지 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원인 진단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실패를 임베딩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관점에서 분석한다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8차시에서 놓친 질문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4708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문서에는 "반품 절차"라고만 적혀 있는데, "환불 규정"이라고 물어도 찾아졌습니다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3172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"환불"과 "반품"은 글자가 하나도 안 겹칩니다. "규정"과 "절차"도 마찬가지입니다.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15468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3429000"/>
            <a:ext cx="493776" cy="493776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28216" y="342900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Ctrl+F로 찾으면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40690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나오지 않습니다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315468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342900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87768" y="342900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검색이라면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647688" y="40690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통하면 찾아냅니다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비밀이 바로 임베딩입니다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KEYWORD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겹쳐야만 찾는다면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문서와 똑같은 단어를 쓰지 않습니다. 이런 질문이 전부 실패합니다.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"환불" 로 검색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830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문서엔 "반품"이라 적힘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7830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5146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"비밀번호 변경"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5146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51460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문서엔 "패스워드 재설정"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25146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46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"얼마예요?"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24612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2461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문서엔 "가격은 100,000원"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324612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9776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"고장났어요"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97764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9776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문서엔 "제품 불량 시"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39776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3000" y="498348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해결책은 두 가지입니다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3949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동의어 사전을 사람이 계속 관리한다 (지옥입니다)        ② 의미로 검색한다 ← 우리가 쓰는 방법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LEARNS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동의어를 알려준 게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20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"환불" 과 "반품"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68880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문맥에서 함께 등장합니다.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그래서 비슷한 좌표를 받습니다.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20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"환불" 과 "점심"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68880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등장하는 일이 거의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그래서 먼 좌표를 받습니다.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931920"/>
            <a:ext cx="10817352" cy="2057400"/>
          </a:xfrm>
          <a:prstGeom prst="roundRect">
            <a:avLst>
              <a:gd name="adj" fmla="val 17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1605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숫자가 수백 개나 될까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645152"/>
            <a:ext cx="9902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지도는 위도·경도 두 개면 충분합니다. 평면 위의 위치니까요.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문장의 의미는 훨씬 복잡합니다 — 주제 · 감정 · 격식 · 시제 · 대상, 그리고 수백 가지 더.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것을 담으려면 축이 많아야 합니다. 그래서 1536개의 숫자를 씁니다.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숫자 벡터로 바꾸는 것. 의미를 좌표로 옮기는 작업입니다.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숫자들의 목록. [0.21, -0.88, 0.05, …] 형태입니다.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벡터에 들어 있는 숫자의 개수. 1536개면 1536차원입니다.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코사인 유사도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벡터의 각도로 유사도를 재는 방법. 1에 가까울수록 비슷합니다.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공간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뜻의 문장이 서로 가까이 모이는 가상의 지도.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단어가 겹치지 않아도 뜻으로 찾아내는 검색 방식.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각도로 재는 이유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사람이 같은 자리에서 출발합니다. 어느 쪽을 보고 있느냐만 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01568" cy="2331720"/>
          </a:xfrm>
          <a:prstGeom prst="roundRect">
            <a:avLst>
              <a:gd name="adj" fmla="val 156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48716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0°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880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1.0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3832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같은 뜻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01568" cy="2331720"/>
          </a:xfrm>
          <a:prstGeom prst="roundRect">
            <a:avLst>
              <a:gd name="adj" fmla="val 15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205740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90도 틀어짐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48716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90°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880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0.0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3832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전혀 무관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1783080"/>
            <a:ext cx="3401568" cy="2331720"/>
          </a:xfrm>
          <a:prstGeom prst="roundRect">
            <a:avLst>
              <a:gd name="adj" fmla="val 156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205740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정반대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48716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180°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880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-1.0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33832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뜻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10817352" cy="1645920"/>
          </a:xfrm>
          <a:prstGeom prst="roundRect">
            <a:avLst>
              <a:gd name="adj" fmla="val 22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5720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거리가 아니라 방향을 봅니다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02920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길든 짧든 상관없이 "어느 쪽 이야기인가"만 따집니다.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한 줄짜리 질문과 긴 문단을 비교해도 제대로 된 점수가 나옵니다.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재보면 이렇게 나옵니다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6675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867912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확인할 것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468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 ↔ "반품 절차"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하나도 안 겹칩니다.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Ctrl+F로는 못 찾습니다.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0.782가 나옵니다.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반면 "점심 메뉴"는 0.203.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있는 것과 없는 것이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확실히 갈립니다.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의미 검색의 힘입니다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SCORE GUIDE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점수를 어떻게 읽을까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493776"/>
          </a:xfrm>
          <a:prstGeom prst="roundRect">
            <a:avLst>
              <a:gd name="adj" fmla="val 740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737360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10817352" cy="493776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8600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 이상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28600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같은 뜻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86000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 ↔ "환불 정책"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3464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 ~ 0.9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83464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있음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834640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 ↔ "반품 절차"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383280"/>
            <a:ext cx="10817352" cy="493776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38328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~ 0.7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38328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약하게 관련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383280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 ↔ "배송 안내"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93192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미만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93192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931920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 ↔ "점심 메뉴"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7200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77316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기준은 절대적이지 않습니다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21208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모델마다, 문서 종류마다 점수 분포가 다릅니다. 무관한 것이 0.6이 나오는 문서도 있습니다.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직접 측정해서 내 기준을 잡아야 합니다. 다음 슬라이드에서 그 방법을 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 YOUR THRESHOLD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기준선 찾기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문장 하나를 정하고, 관련 질문 5개와 무관한 질문 5개의 점수를 재봅니다.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514600"/>
          </a:xfrm>
          <a:prstGeom prst="roundRect">
            <a:avLst>
              <a:gd name="adj" fmla="val 1455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있는 질문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77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0.823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신청 기한 알려주세요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70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취소 기간이 어떻게 되나요?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0.712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962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싶어요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552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0.688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255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 돌려받을 수 있나요?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0.634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안 마음에 들면 어떡하죠?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953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최저 0.634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5352" y="1783080"/>
            <a:ext cx="5257800" cy="2514600"/>
          </a:xfrm>
          <a:prstGeom prst="roundRect">
            <a:avLst>
              <a:gd name="adj" fmla="val 1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질문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02552" y="2377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0.311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525512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대표이사가 누구인가요?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2670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0.284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주차장은 어디인가요?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0.267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2962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복지 제도 알려주세요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02552" y="32552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0.196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25512" y="3255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공고 보고 싶어요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02552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0.152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25512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 어때요?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38953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최고 0.311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45262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7091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값의 가운데 = 0.47  →  내 문서의 임계값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57784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"유사도가 0.47 미만이면 관련 문서가 없다고 판단한다" — 이렇게 정해두면 억지 답변을 막을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CHOOSING 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모델 고르는 기준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429768"/>
          </a:xfrm>
          <a:prstGeom prst="roundRect">
            <a:avLst>
              <a:gd name="adj" fmla="val 851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점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37360"/>
            <a:ext cx="4370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21992"/>
            <a:ext cx="10817352" cy="429768"/>
          </a:xfrm>
          <a:prstGeom prst="roundRect">
            <a:avLst>
              <a:gd name="adj" fmla="val 85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2199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성능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22199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문장을 제대로 구분하는가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21992"/>
            <a:ext cx="4370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지원 모델 필수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 수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70662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클수록 정밀하지만 무거움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706624"/>
            <a:ext cx="4370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1536 전후가 무난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191256"/>
            <a:ext cx="10817352" cy="429768"/>
          </a:xfrm>
          <a:prstGeom prst="roundRect">
            <a:avLst>
              <a:gd name="adj" fmla="val 85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191256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19125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문서량 × 차원에 비례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191256"/>
            <a:ext cx="4370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small 계열로 시작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7588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67588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인덱싱과 질의에 같은 모델인가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675888"/>
            <a:ext cx="4370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동일해야 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60520"/>
            <a:ext cx="10817352" cy="429768"/>
          </a:xfrm>
          <a:prstGeom prst="roundRect">
            <a:avLst>
              <a:gd name="adj" fmla="val 85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6052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여부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16052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전송이 불가한 문서인가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160520"/>
            <a:ext cx="4370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문서는 로컬 모델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5604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신중해야 합니다 — 나중에 바꾸면 전부 다시 만들어야 합니다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949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많을수록 재생성 비용과 시간이 커집니다. 모델명을 설정 파일에 고정해두세요.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모델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466344"/>
          </a:xfrm>
          <a:prstGeom prst="roundRect">
            <a:avLst>
              <a:gd name="adj" fmla="val 78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37360"/>
            <a:ext cx="1600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737360"/>
            <a:ext cx="4919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58568"/>
            <a:ext cx="10817352" cy="466344"/>
          </a:xfrm>
          <a:prstGeom prst="roundRect">
            <a:avLst>
              <a:gd name="adj" fmla="val 78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58568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text-embedding-3-small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258568"/>
            <a:ext cx="1600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258568"/>
            <a:ext cx="4919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과정의 기본. 저렴하고 한글도 괜찮음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text-embedding-3-large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779776"/>
            <a:ext cx="1600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3072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779776"/>
            <a:ext cx="4919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정확하지만 비용·용량이 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300984"/>
            <a:ext cx="10817352" cy="466344"/>
          </a:xfrm>
          <a:prstGeom prst="roundRect">
            <a:avLst>
              <a:gd name="adj" fmla="val 78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300984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ko-sroberta-multitask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300984"/>
            <a:ext cx="1600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768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300984"/>
            <a:ext cx="4919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특화. 로컬 실행 가능(무료)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22192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bge-m3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3822192"/>
            <a:ext cx="1600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822192"/>
            <a:ext cx="4919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강세. 로컬 실행 가능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43484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64515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인덱싱과 검색에 반드시 같은 모델을 써야 합니다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02352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모델마다 좌표계가 완전히 다릅니다. A모델의 (37.5, 127.0)과 B모델의 (37.5, 127.0)은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전혀 다른 장소를 가리킵니다. 모델을 바꾸면 저장된 벡터를 전부 다시 만들어야 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못 찾았는지 순위로 확인하기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모든 조각의 유사도를 재서 순위를 보면, 어느 단계가 문제인지 좁혀집니다.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075688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0756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조각이 1~3위에 있다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715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정상입니다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0815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생성(프롬프트) 문제 — 13차시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8308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07568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0756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조각이 5~10위쯤 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715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다 왔습니다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47688" y="30815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k값을 늘리면 해결 — 11차시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848" y="404164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" y="4041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728216" y="40416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조각의 점수가 아주 낮다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" y="4681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차이가 큽니다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" y="50474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재작성이 필요 — 30차시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45352" y="37490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4041648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4041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87768" y="40416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조각이 이상하게 잘려 있다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4681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문제입니다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47688" y="50474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조정 — 7차시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MISCONCEPTIONS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하는 오해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6916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임베딩은 문서를 요약·압축하는 것이다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요약이 아닙니다. 의미를 좌표로 옮길 뿐, 원문은 따로 보관됩니다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4048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벡터를 보면 원래 문장을 복원할 수 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복원할 수 없습니다. 그래서 원문을 반드시 함께 저장합니다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1181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차원이 클수록 무조건 좋다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조금 오르지만 비용·용량이 크게 늘어 실익이 적을 수 있습니다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8313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임베딩만 좋으면 검색이 잘 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분할이 엉망이면 아무리 좋은 임베딩도 소용없습니다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5445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인덱싱과 검색에 다른 모델을 써도 된다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안 됩니다. 좌표계가 달라 검색이 완전히 망가집니다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44752" y="52578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0.5면 무조건 관련 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모델·문서마다 분포가 다릅니다. 직접 측정해 기준을 잡아야 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검색에도 약점이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659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고유명사 · 숫자에 약하다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78408" y="2697480"/>
            <a:ext cx="281635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2697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"제품코드 A-7742" 같은 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290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없어서 정확히 못 찾습니다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9659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부정문을 잘 구분 못한다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36008" y="2697480"/>
            <a:ext cx="281635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2697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"환불이 가능하다" ↔ "불가능하다"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290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 정반대인데 유사도가 높게 나옵니다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19659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용어를 모를 수 있다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93608" y="2697480"/>
            <a:ext cx="281635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39912" y="2697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 이후 생긴 신조어는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290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좌표가 어색하게 잡힙니다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실무에서는 키워드 검색과 함께 씁니다 — 하이브리드 검색, 33차시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임베딩을 지도 좌표 비유로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차원이 왜 수백~수천 개인지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코사인 유사도가 각도로 재는 것임을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키워드 검색과 의미 검색의 차이를 설명한다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모델을 바꾸면 왜 재생성이 필요한지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벡터의 차원 수와 실제 숫자를 출력해봤다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여러 문장 쌍의 유사도를 측정했다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단어가 안 겹쳐도 점수가 높은 것을 확인했다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관련/무관 그룹으로 나의 임계값을 정했다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8차시 실패 사례를 임베딩으로 분석했다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임계값 찾기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 주제로 관련 질문 5개, 무관 질문 5개를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임계값을 구하고 기록하세요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표 만들기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자주 쓰이는 표현 5개를 고르고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쓸 법한 다른 표현과 재보세요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부정문 실험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"환불이 가능합니다" ↔ "불가능합니다"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예상보다 높게 나옵니다. 왜일지 생각해보세요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1번에서 구한 임계값은 10·11·14차시에서 계속 씁니다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10차시 벡터저장소 이해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좌표를 만드는 법을 배웠습니다. 그런데 조각이 수만 개라면 어떻게 될까요?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저장소가 왜 필요한가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계산량 문제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만들고 저장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디스크에 보관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불러와 재사용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비용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5만 번 계산을 할 수는 없습니다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인덱스를 저장해두면 프로그램을 껐다 켜도 임베딩 비용을 다시 내지 않아도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속도가 완전히 달라집니다.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마법이 아니라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쓰이는 말을 세어둔 것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임베딩은 RAG에서 가장 마법 같은 부분입니다. 컴퓨터가 뜻을 이해하는 것처럼 보이니까요.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실제로는 방대한 글을 읽으며 "어떤 말들이 함께 쓰이는가"를 숫자로 정리해둔 것뿐입니다.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원리를 알면 한계도 보이고, 한계를 알면 대응할 수 있습니다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부정문을 구분 못 하고 고유명사에 약한 이유가 여기 있습니다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Office PowerPoint</Application>
  <PresentationFormat>사용자 지정</PresentationFormat>
  <Paragraphs>350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09차시 임베딩 이해</dc:title>
  <dc:subject>PptxGenJS Presentation</dc:subject>
  <dc:creator>이창현</dc:creator>
  <cp:lastModifiedBy>Lenovo</cp:lastModifiedBy>
  <cp:revision>1</cp:revision>
  <dcterms:created xsi:type="dcterms:W3CDTF">2026-09-15T01:23:58Z</dcterms:created>
  <dcterms:modified xsi:type="dcterms:W3CDTF">2026-09-15T08:15:36Z</dcterms:modified>
</cp:coreProperties>
</file>