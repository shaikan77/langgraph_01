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20차시입니다. 부품은 있고 조립도가 없는 상태에서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분기 함수 규칙이 오늘 에러를 막는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연결만 바꿔도 완전히 다른 시스템이 된다는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경로 맵의 키와 분기 함수 반환값이 일치해야 한다는 점이 뒤에서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START/END 누락이 실습에서 첫 번째로 만나는 에러입니다.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판단과 실행이 분리되어 있다는 점이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②가 루프 설계에서 특히 중요해집니다.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if문은 그림으로 그릴 수 없습니다. 그게 결정적 차이입니다.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 확인을 습관으로 만들게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분기 함수가 State를 바꾸면 안 되니 카운터는 별도 노드입니다.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 순서 하나로 안전장치가 무력화된다는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오타로 인한 에러가 의외로 자주 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줄은 분기 함수에서 값을 출력해보면 바로 찾습니다.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표로 먼저 정리하면 실수가 크게 줄어듭니다.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무한루프를 한 번 겪어봐야 무서운 줄 압니다.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 먼저, 내용은 나중에 — 이 원칙을 예고하세요.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if문과 Edge의 결정적 차이를 다시 짚고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20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 이해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잇는 길 놓기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부품, 연결만 바꾸면 다른 시스템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Edge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Edge와 조건부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Edge를 구분한다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START와 END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시작점과 끝점을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올바르게 연결한다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if문을 Edge로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19차시 분기를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선언으로 옮긴다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 규칙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작성하는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규칙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루프와 상한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되돌아가되 무한 반복은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막는다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확인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연결을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SAME PARTS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부품, 다른 시스템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3개 : retrieve · generate · fallback — 함수는 하나도 안 바꿉니다.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947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97480" y="1947672"/>
            <a:ext cx="49377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1947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→ generate → END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9476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무조건 답을 만드는 시스템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2735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3273552"/>
            <a:ext cx="49377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0360" y="32735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→ (자료 있나?) → generate / fallback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3273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없으면 정직하게 안내하는 시스템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4348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599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97480" y="4599432"/>
            <a:ext cx="49377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80360" y="45994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→ generate → (좋은가?) → END / 재검색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599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재시도하는 시스템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760720"/>
            <a:ext cx="10817352" cy="502920"/>
          </a:xfrm>
          <a:prstGeom prst="roundRect">
            <a:avLst>
              <a:gd name="adj" fmla="val 727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7378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= 무엇을 할 것인가   ·   Edge = 언제, 어디로 갈 것인가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노드와 노드를 잇는 연결선. 다음에 어디로 갈지를 정합니다.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Edge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없이 무조건 다음 노드로 가는 연결.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Edge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함수의 결과에 따라 다른 노드로 가는 연결.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보고 경로 이름(문자열)을 반환하는 함수.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함수의 반환값과 실제 노드를 짝지은 딕셔너리.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/ END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그래프의 시작점과 종료점을 나타내는 특수 노드.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FORMS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Edge의 세 가지 형태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3017520"/>
          </a:xfrm>
          <a:prstGeom prst="roundRect">
            <a:avLst>
              <a:gd name="adj" fmla="val 121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9659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Edge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9572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무조건 다음으로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83464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판단이 필요 없는 고정 흐름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65760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단순하고 가장 많이 쓰입니다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3017520"/>
          </a:xfrm>
          <a:prstGeom prst="roundRect">
            <a:avLst>
              <a:gd name="adj" fmla="val 1212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19659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Edge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39572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판단에 따라 갈림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83464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 + 경로 맵이 필요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65760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 노드 · 판단 함수 · 경로 맵 세 가지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3017520"/>
          </a:xfrm>
          <a:prstGeom prst="roundRect">
            <a:avLst>
              <a:gd name="adj" fmla="val 121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196596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/ END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239572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시작과 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83464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반드시 연결해야 합니다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65760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END는 여러 개여도 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892040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START를 안 붙이면 컴파일 에러, END를 안 붙이면 그래프가 끝나지 않습니다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TRAFFIC LIGHT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Edge — 신호등 비유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57400"/>
            <a:ext cx="548640" cy="54864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293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 노드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2938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교차로 위치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36829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노드 다음에 판단할 것인가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337560"/>
            <a:ext cx="548640" cy="5486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209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20954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신호등을 보는 눈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64845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보고 경로 이름을 반환합니다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3434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617720"/>
            <a:ext cx="548640" cy="54864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489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맵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448970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"초록이면 직진, 빨강이면 정지"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92861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반환값과 실제 노드를 짝지어 둡니다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6235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함수는 보기만 합니다 — 움직이는 것은 LangGraph가 경로 맵을 보고 합니다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 작성 규칙 네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State만 보고 판단한다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랜덤이나 외부 값을 쓰면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2219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입력에 다른 결과 → 디버깅 지옥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State를 바꾸지 않는다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8620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함수는 여러 번 호출될 수 있습니다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3009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바꾸려면 별도 노드를 만드세요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경우에 갈 곳이 있다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394106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빠지는 경우가 있으면 런타임 에러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37997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 기본 경로를 두세요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반환값과 맵의 키를 일치시킨다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50200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"yes"를 반환했는데 맵에 "ok"만 있으면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458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키를 못 찾아 에러가 납니다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Edge에서 나는 에러의 대부분이 분기 함수 문제입니다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TO EDGE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19차시 if문을 Edge로 옮기기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468880"/>
          </a:xfrm>
          <a:prstGeom prst="roundRect">
            <a:avLst>
              <a:gd name="adj" fmla="val 14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옮기기 전 (19차시)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4203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state["retrieval_ok"]: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upd = generate_node(state)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upd = fallback_node(state)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703320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흐름이 코드 안에 숨어 있습니다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257800" cy="2468880"/>
          </a:xfrm>
          <a:prstGeom prst="roundRect">
            <a:avLst>
              <a:gd name="adj" fmla="val 148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옮긴 뒤 (20차시)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468880"/>
            <a:ext cx="4453128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6060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"retrieve 다음에는 route로 판단해서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ok면 generate,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empty면 fallback으로 간다"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703320"/>
            <a:ext cx="4453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흐름이 구조로 드러나 있습니다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48056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7777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if문이 사라지고 선언이 되었습니다 — 코드를 읽지 않아도 그림을 뽑을 수 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 THE 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연결이 의도대로 됐는지 확인하기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2331720"/>
          </a:xfrm>
          <a:prstGeom prst="roundRect">
            <a:avLst>
              <a:gd name="adj" fmla="val 156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834640" y="1810512"/>
            <a:ext cx="8138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+-----------+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| __start__ |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+-----------+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      *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+----------+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| retrieve |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  +----------+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..            ..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+----------+              +----------+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| generate |              | fallback |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+----------+              +----------+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4206240"/>
            <a:ext cx="10817352" cy="1783080"/>
          </a:xfrm>
          <a:prstGeom prst="roundRect">
            <a:avLst>
              <a:gd name="adj" fmla="val 20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440740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만들 때마다 구조를 찍어보세요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864608"/>
            <a:ext cx="9902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연결이 빠진 노드가 있는지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END로 가는 길이 없는 노드가 있는지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의도한 분기가 실제로 갈라지는지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읽는 것보다 그림 한 장이 빠릅니다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되돌아가는 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7452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지난 노드로 Edge를 걸면 루프가 됩니다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286000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"검증 후 다시 검색으로" — 그래프의 진짜 힘은 여기에 있습니다.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10817352" cy="1463040"/>
          </a:xfrm>
          <a:prstGeom prst="roundRect">
            <a:avLst>
              <a:gd name="adj" fmla="val 250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1089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이대로 두면 무한 반복입니다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547872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→ generate → verify → retrieve → generate → … 영원히 돕니다.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API 비용이 순식간에 폭증합니다    · 프로그램이 멈추지 않습니다    · 사용자는 답을 못 받습니다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57200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77316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루프에는 반드시 종료 조건이 필요합니다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521208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횟수를 세는 노드를 두고, 분기 함수에서 상한을 확인합니다.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바꾸는 일은 노드가, 판단은 분기 함수가 나눠서 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SAFETY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안전장치는 항상 맨 위에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순서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6060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통과했으면 종료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 외에는 재시도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상한 확인   ← 여기 있으면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79476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②에서 먼저 걸려 상한이 무시됩니다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올바른 순서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468880"/>
            <a:ext cx="4453128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6060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통과했으면 종료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상한에 도달했으면 강제 종료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 외에는 재시도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79476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경우에도 상한을 넘지 않습니다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10817352" cy="1463040"/>
          </a:xfrm>
          <a:prstGeom prst="roundRect">
            <a:avLst>
              <a:gd name="adj" fmla="val 25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70916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최후의 안전장치 — 재귀 한도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5120640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LangGraph에는 기본 재귀 한도가 있어 넘으면 중단됩니다. 하지만 이건 최후의 방어선일 뿐입니다.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전에 LLM을 수십 번 부르면 이미 비용이 발생한 뒤입니다. 우리가 직접 막는 것이 정석입니다.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SYNTAX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 문법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30352"/>
          </a:xfrm>
          <a:prstGeom prst="roundRect">
            <a:avLst>
              <a:gd name="adj" fmla="val 689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73736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하는가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737360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22576"/>
            <a:ext cx="10817352" cy="530352"/>
          </a:xfrm>
          <a:prstGeom prst="roundRect">
            <a:avLst>
              <a:gd name="adj" fmla="val 68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225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지정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32257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진입점을 정합니다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322576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빠뜨리면 컴파일 에러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9077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연결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907792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무조건 다음 노드로 갑니다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907792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씁니다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493008"/>
            <a:ext cx="10817352" cy="530352"/>
          </a:xfrm>
          <a:prstGeom prst="roundRect">
            <a:avLst>
              <a:gd name="adj" fmla="val 68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4930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지정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493008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실행이 끝납니다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493008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분기마다 하나씩 필요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782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분기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407822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함수의 반환값으로 경로 결정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078224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반환값과 맵의 키를 일치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663440"/>
            <a:ext cx="10817352" cy="530352"/>
          </a:xfrm>
          <a:prstGeom prst="roundRect">
            <a:avLst>
              <a:gd name="adj" fmla="val 68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6634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466344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노드로 되돌아갑니다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663440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필수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493776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이름 오타를 막는 방법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358384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문자열을 상수로 빼두면 편집기가 자동완성을 해주고, 오타가 나면 실행 전에 잡힙니다.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에러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맵에서 키를 못 찾는다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6916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 반환값이 맵에 없습니다. 문자열을 일치시키세요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진입점이 없다는 에러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4048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연결을 빠뜨렸습니다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실행이 끝나지 않고 멈춘다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1181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END로 가는 경로가 없습니다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재귀 한도 초과 에러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3133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루프에 종료 조건이 없습니다. 상한 확인 위치를 보세요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수 없는 노드 에러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5445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등록 이름과 연결 이름이 다릅니다. 오타입니다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분기가 항상 같은 쪽으로만 간다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52578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함수가 보는 키가 실제로 채워지는지 확인하세요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짜기 전에 표로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 노드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7373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7373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이름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73736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3591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235915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성공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3591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ok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359152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809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298094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98094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980944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602736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36027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602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판정이 통과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60273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602736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224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422452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상한 도달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2245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22452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846320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560" y="48463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880360" y="48463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806440" y="48463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retry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84632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bump (카운터)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48920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43000" y="504748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표가 곧 코드입니다 — 표의 행 순서가 조건문 순서가 됩니다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5449824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순서에 주의하세요. 안전장치(재시도 상한)는 항상 위쪽에 둡니다.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Node와 Edge의 역할 차이를 설명할 수 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일반 Edge와 조건부 Edge를 구분한다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분기 함수 4가지 규칙을 말할 수 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분기 함수가 State를 바꾸면 안 되는 이유를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루프에 상한이 필요한 이유를 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안전장치를 조건 맨 위에 두는 이유를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19차시 if문을 조건부 Edge로 옮겼다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START와 END를 모두 연결했다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구조를 그림으로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정상 경로와 실패 경로를 모두 실행했다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루프를 만들고 상한을 걸어봤다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무한루프를 일부러 재현해봤다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21차시 첫 LangGraph 실습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· Node · Edge를 다 배웠습니다. 이제 처음부터 끝까지 혼자 만들어 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더미 데이터로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없이 구조부터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순서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몸에 익히기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invoke vs stream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무엇을 쓸까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디버깅 기법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도구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RAG는 아직 얹지 않습니다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가짜 데이터로 구조부터 검증합니다. 에러가 나면 100% 연결 문제라서 원인이 명확합니다.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RAG는 22차시에서 바꿔 끼웁니다.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함수는 그대로인데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연결만 바꿨을 뿐입니다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세 개로 세 가지 다른 시스템을 만들 수 있습니다. 함수는 하나도 안 고쳤습니다.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if문은 흐름을 코드 안에 숨기지만, Edge는 흐름을 구조로 드러냅니다.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그래프는 그림으로 그려볼 수 있습니다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안의 if문 중첩은 그릴 수 없습니다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1369</Words>
  <Application>Microsoft Office PowerPoint</Application>
  <PresentationFormat>사용자 지정</PresentationFormat>
  <Paragraphs>307</Paragraphs>
  <Slides>17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20차시 Edge 이해</dc:title>
  <dc:subject>PptxGenJS Presentation</dc:subject>
  <dc:creator>이창현</dc:creator>
  <cp:lastModifiedBy>Lenovo</cp:lastModifiedBy>
  <cp:revision>1</cp:revision>
  <dcterms:created xsi:type="dcterms:W3CDTF">2026-09-15T06:18:23Z</dcterms:created>
  <dcterms:modified xsi:type="dcterms:W3CDTF">2026-09-15T08:09:10Z</dcterms:modified>
</cp:coreProperties>
</file>