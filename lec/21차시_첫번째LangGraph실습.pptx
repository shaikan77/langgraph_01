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21차시입니다. 실제 RAG는 아직 얹지 않습니다. 구조만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철골을 세우는 차시입니다.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소프트웨어 개발의 오래된 원칙입니다.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순서를 안 지키면 무슨 일이 생기는지 다음 슬라이드에서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실습에서 순서를 건너뛴 사람이 꼭 나옵니다. 미리 경고하세요.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invoke와 stream의 차이가 오늘 실습의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더미의 진짜 장점이 여기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걸러내면 그래프 조립 단계가 훨씬 편해집니다.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구조를 먼저 그림으로 확인하고 실행으로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루프가 실제로 도는 것을 눈으로 봐야 이해가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22차시에서 할 일은 더미를 진짜로 바꿔 끼우는 것뿐입니다.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 이름 오타로 항상 기본값이 나오는 경우가 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무한루프 재현 실습을 꼭 시켜보세요.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과제에서 구조 이미지를 제출하게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두 줄이 조립 단계에서 가장 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루프가 도는 것을 눈으로 본 사람만 22차시가 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무한루프 체험은 안전하게 하도록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차시가 2부의 마일스톤입니다.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성과가 무엇인지 분명히 하고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21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LangGraph 실습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끝까지 혼자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가짜 데이터로 구조부터 검증합니다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순서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만드는 순서를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몸에 익힌다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더미로 먼저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없이 구조부터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invoke와 stream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차이와 쓰는 시점을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디버깅 기법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도구를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익힌다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저장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이미지나 텍스트로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남긴다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 준비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RAG를 얹을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준비를 마친다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DUMMY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가짜 데이터로 먼저 만들까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93392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RAG를 얹으면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06040"/>
            <a:ext cx="44531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에러 원인을 구분할 수 없습니다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연결 실수인가? RAG 코드 문제인가?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실행이 느려 반복 실험이 힘듭니다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테스트할 때마다 비용이 듭니다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루프 실수가 치명적입니다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93392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더미로 먼저 만들면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606040"/>
            <a:ext cx="44531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그래프 구조 문제만 남습니다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에러가 나면 100% 연결 문제입니다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실행이 즉시 끝납니다 (0.01초)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비용이 전혀 들지 않습니다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원하는 상황을 만들 수 있습니다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먼저, 내용은 나중에 — 건물도 철골을 먼저 세웁니다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만드는 4단계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정의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값이 오갈지 선언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2219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여기가 흔들리면 전부 흔들립니다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함수 + 단독 테스트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8620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그래프는 만들지 않습니다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3009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함수를 직접 호출해 검증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조립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394106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등록 → 연결 → 조건부 Edge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37997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START와 END를 빠뜨리지 않기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 &amp; 실행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50200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확인 → stream으로 추적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458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보고 넘어갑니다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순서는 시간을 아끼기 위한 것입니다 — 건너뛰면 결국 되돌아오게 됩니다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YOU SKIP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지키지 않으면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401568" cy="2926080"/>
          </a:xfrm>
          <a:prstGeom prst="roundRect">
            <a:avLst>
              <a:gd name="adj" fmla="val 125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011680"/>
            <a:ext cx="457200" cy="4572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5176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대충 정하고 시작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다 만든 뒤 키를 추가하게 되고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노드를 다시 확인해야 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01568" cy="2926080"/>
          </a:xfrm>
          <a:prstGeom prst="roundRect">
            <a:avLst>
              <a:gd name="adj" fmla="val 125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2011680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5176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테스트 없이 그래프부터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에러가 나도 노드 문제인지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문제인지 알 수 없습니다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737360"/>
            <a:ext cx="3401568" cy="2926080"/>
          </a:xfrm>
          <a:prstGeom prst="roundRect">
            <a:avLst>
              <a:gd name="adj" fmla="val 125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2011680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5176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확인을 건너뛰면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실수를 실행해봐야 알게 됩니다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한 장이면 즉시 보이는데도요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206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더 걸려 보여도 30분을 아낍니다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compile()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노드와 엣지를 다 연결한 뒤 실행 가능한 앱으로 만드는 것.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invoke()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끝까지 실행하고 최종 State만 반환.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실행될 때마다 중간 결과를 순차적으로 반환.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더미 데이터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API 대신 쓰는 가짜 데이터. 구조 검증용.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recursion_limit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실행 횟수 상한. 무한루프 비상 브레이크.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stream_mode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stream이 무엇을 돌려줄지 정하는 옵션.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DUMMY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더미 노드 설계 요령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상황을 마음대로 만들 수 있게 설계합니다.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20240"/>
            <a:ext cx="3291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"없는"이 포함되면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920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920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실패를 재현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880360"/>
            <a:ext cx="3291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0회일 때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8803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부실한 답변 → 검증 실패 재현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70332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840480"/>
            <a:ext cx="3291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1회 이상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840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8404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답변 → 통과 재현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9377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하나만 바꿔서 모든 경로를 테스트할 수 있습니다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358384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경로 · 실패 경로 · 루프를 전부 재현합니다. 실제 RAG로는 이런 상황을 만들기 어렵습니다.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만들기 전에 노드부터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74520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단독 테스트 결과 예시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212848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retrieve : {'documents': ['조각A','조각B','조각C'], 'log': ['검색 3건']}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generate : {'answer': '2건 근거로 만든 부실한 답변', 'log': ['생성(부실한)']}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verify   : {'grade': 'retry', 'log': ['검증 실패']}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4) bump     : {'retries': 1, 'log': ['재시도 1']}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3611880"/>
            <a:ext cx="3401568" cy="1325880"/>
          </a:xfrm>
          <a:prstGeom prst="roundRect">
            <a:avLst>
              <a:gd name="adj" fmla="val 275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3822192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443484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노드가 딕셔너리를 반환하는가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3611880"/>
            <a:ext cx="3401568" cy="1325880"/>
          </a:xfrm>
          <a:prstGeom prst="roundRect">
            <a:avLst>
              <a:gd name="adj" fmla="val 275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3822192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443484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반환한 키가 State 스키마에 있는가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3611880"/>
            <a:ext cx="3401568" cy="1325880"/>
          </a:xfrm>
          <a:prstGeom prst="roundRect">
            <a:avLst>
              <a:gd name="adj" fmla="val 275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3822192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443484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변경분만 반환하는가 (전체 State가 아님)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512064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가지가 통과하면 그래프에 붙일 준비가 된 것입니다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만드는 그래프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49752" cy="1280160"/>
          </a:xfrm>
          <a:prstGeom prst="roundRect">
            <a:avLst>
              <a:gd name="adj" fmla="val 285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090318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49997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7848" y="23225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19600" y="1783080"/>
            <a:ext cx="3349752" cy="1280160"/>
          </a:xfrm>
          <a:prstGeom prst="roundRect">
            <a:avLst>
              <a:gd name="adj" fmla="val 285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2752" y="2090318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74464" y="249997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51648" y="23225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3400" y="1783080"/>
            <a:ext cx="3349752" cy="1280160"/>
          </a:xfrm>
          <a:prstGeom prst="roundRect">
            <a:avLst>
              <a:gd name="adj" fmla="val 2857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6552" y="2090318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08264" y="249997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1821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 verify에서 세 갈래로 갈라집니다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566160"/>
            <a:ext cx="3401568" cy="1325880"/>
          </a:xfrm>
          <a:prstGeom prst="roundRect">
            <a:avLst>
              <a:gd name="adj" fmla="val 275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379476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→ END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427939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좋으면 종료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3566160"/>
            <a:ext cx="3401568" cy="1325880"/>
          </a:xfrm>
          <a:prstGeom prst="roundRect">
            <a:avLst>
              <a:gd name="adj" fmla="val 275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6008" y="379476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→ bump → generate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427939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카운터를 올리고 다시 생성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01000" y="3566160"/>
            <a:ext cx="3401568" cy="1325880"/>
          </a:xfrm>
          <a:prstGeom prst="roundRect">
            <a:avLst>
              <a:gd name="adj" fmla="val 275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3608" y="379476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도달 → fallback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427939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포기하고 안내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07492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그림에서 확인할 것 — 두 갈래·세 갈래가 실제로 갈라지는가, bump에서 되돌아가는 선이 있는가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INVOKE vs STREAM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실행하는 두 가지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73736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737360"/>
            <a:ext cx="4736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상황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7744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invoke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37744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State 하나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377440"/>
            <a:ext cx="4736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결과만 필요할 때 · 운영 환경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1752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01752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노드별 중간 결과를 순차 반환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017520"/>
            <a:ext cx="4736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디버깅 · 진행 상황 표시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657600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65760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astream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65760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비동기 스트리밍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657600"/>
            <a:ext cx="4736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서비스 실시간 출력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29768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get_graph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429768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구조 객체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4297680"/>
            <a:ext cx="4736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확인 · 시각화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480560"/>
            <a:ext cx="10817352" cy="1508760"/>
          </a:xfrm>
          <a:prstGeom prst="roundRect">
            <a:avLst>
              <a:gd name="adj" fmla="val 242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68172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중에는 무조건 stream을 쓰세요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1206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invoke만 쓰면 최종 결과만 보입니다. 루프가 돌았는지조차 알 수 없습니다.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stream을 쓰면 generate가 두 번 등장하는 것이 눈에 보입니다 — 루프가 돌았다는 증거입니다.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 PATHS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경로를 모두 확인하기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385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— 재시도 1회 후 통과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088136" y="2423160"/>
            <a:ext cx="445312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146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retrieve : 3건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generate : 부실한 답변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verify : 재시도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bump : 1회차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generate : 좋은 답변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verify : 통과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97764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: pass   ·   재시도 1회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385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 — fallback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647688" y="2423160"/>
            <a:ext cx="44531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6060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retrieve : 0건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fallback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47472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: giveup   ·   재시도 0회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3913632"/>
            <a:ext cx="4453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번째 경로(상한 도달)는 더미 조건을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조정하면 만들 수 있습니다.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경로가 모두 정상 동작하면 그래프 구조가 검증된 것입니다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디버깅 네 가지 기법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stream으로 경로 추적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노드까지 갔다가 멈췄는지 즉시 보입니다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2219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먼저 써야 할 도구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안에서 State 출력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8620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입력과 반환을 함께 찍어봅니다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3009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들어오고 나가는지 확인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함수에서 근거 출력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394106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State 값을 찍어봅니다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37997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 계속 이쪽으로만 가지?"의 답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키로 경로 기록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50200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누적된 로그를 이어 붙입니다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458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환경에서 특히 유용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분기가 이상할 때는 ③번부터 — 대개 예상과 다른 값이 들어 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RECURSION ERROR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재귀 한도 초과를 만났다면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순서대로 따라가면 대개 찾아집니다.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984248"/>
            <a:ext cx="512064" cy="512064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874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함수에서 상한 검사가 맨 위에 있는가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29514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조건에 먼저 걸리면 상한이 무시됩니다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035808"/>
            <a:ext cx="512064" cy="51206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926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 노드가 루프 경로에 들어 있는가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34670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올라가면 상한에 영원히 도달 못 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88620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087368"/>
            <a:ext cx="512064" cy="51206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39776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 노드가 값을 실제로 반환하는가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39826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출력만 하고 반환을 빠뜨린 경우가 흔합니다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93776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5138928"/>
            <a:ext cx="512064" cy="51206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50292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State에 카운터 초기값이 있는가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920240" y="544982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기본값 0이 매번 반환됩니다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루프를 한 번 일부러 만들어보면 무서운 줄 알게 됩니다 — 안전장치를 걸고 실험해보세요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SAVE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문서에 남기기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이미지로 저장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68880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구조를 PNG로 뽑아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자료나 문서에 넣을 수 있습니다.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팀원에게 설명할 때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코드보다 훨씬 빠릅니다.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도식으로 저장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47688" y="2468880"/>
            <a:ext cx="445312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85432" y="25603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__start__ --&gt; retrieve;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-.-&gt; generate;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 --&gt; verify;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611880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문서 도구에 붙여 넣으면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그림이 그려집니다.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9149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생성이 안 되는 환경에서도 구조를 남길 수 있습니다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찾을 수 없다는 에러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등록 이름과 연결 이름이 다릅니다. 오타를 확인하세요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맵에 없는 키 에러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4048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함수가 낼 수 있는 모든 값을 경로 맵에 넣으세요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재귀 한도 초과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118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무한루프입니다. 상한 검사 위치와 카운터 노드를 확인하세요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 없이 실행했다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31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그래프는 컴파일 후에야 실행 가능한 앱이 됩니다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안에서 키를 못 찾는다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5445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State에서 모든 키를 채우거나 기본값을 지정하세요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루프가 안 도는데 결과가 이상하다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2578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stream으로 실제 경로를 확인하세요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그래프 만드는 4단계 순서를 말할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더미 데이터로 먼저 만드는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invoke와 stream의 차이와 사용 시점을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디버깅 기법 4가지를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재귀 한도 초과의 확인 순서를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State를 정의했다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더미 노드 5개를 만들고 단독 테스트했다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조건부 Edge 2개와 루프를 포함해 조립했다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구조를 그림으로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정상 경로와 실패 경로를 모두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stream으로 루프가 도는 것을 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구조를 이미지나 텍스트로 저장했다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더미 그래프 완성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타이핑해서 만들고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경로가 정상 동작하는지 확인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로그 3종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없이 통과 · 재시도 후 통과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도달로 fallback — 세 출력을 저장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9339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무한루프 재현과 수정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검사를 지우고 실행해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에러를 만나보고 다시 고치세요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3번은 안전장치를 걸고 실험하세요 — 한 번 겪어봐야 무서운 줄 압니다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22차시 RAG를 Graph로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2부의 결승선입니다. 오늘 만든 구조에 진짜 노드를 바꿔 끼웁니다.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더미 → 진짜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노드만 교체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테스트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1부와 결과 비교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지점 표시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3부에서 붙일 자리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구조는 건드리지 않습니다 — 마일스톤 2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배선을 다 확인해뒀으니, 다음 차시는 생각보다 금방 끝납니다.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19차시에서 만든 노드를 그대로 끼우기만 하면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철골을 세웠습니다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내장은 다음 차시에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것은 가짜 데이터로 도는 그래프입니다. 답변 내용은 아무 의미가 없습니다.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구조는 검증됐습니다. 두 갈래로 갈라지고, 루프가 돌고, 상한에서 멈춥니다.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22차시에서 할 일은 더미를 진짜 노드로 바꿔 끼우는 것뿐입니다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다시 손볼 일은 없습니다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1515</Words>
  <Application>Microsoft Office PowerPoint</Application>
  <PresentationFormat>사용자 지정</PresentationFormat>
  <Paragraphs>339</Paragraphs>
  <Slides>19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21차시 첫 번째 LangGraph 실습</dc:title>
  <dc:subject>PptxGenJS Presentation</dc:subject>
  <dc:creator>이창현</dc:creator>
  <cp:lastModifiedBy>Lenovo</cp:lastModifiedBy>
  <cp:revision>1</cp:revision>
  <dcterms:created xsi:type="dcterms:W3CDTF">2026-09-15T06:15:23Z</dcterms:created>
  <dcterms:modified xsi:type="dcterms:W3CDTF">2026-09-15T08:09:28Z</dcterms:modified>
</cp:coreProperties>
</file>