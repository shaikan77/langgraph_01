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-86" y="-451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2부의 마지막 차시입니다. 21차시 구조에 19차시 노드를 끼웁니다.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오늘은 기능 추가가 아니라 이식입니다.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자동차 정비 비유가 21차시와 이어집니다.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하는지에 대한 답을 분명히 해주세요.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회귀 테스트가 오늘 가장 중요한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새로 쓰는 것이 거의 없다는 점을 보여주면 부담이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확장 지점을 주석으로 미리 표시해두라고 안내하세요.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21차시에서도 같은 원칙이 나왔습니다. 일관되게 강조하세요.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회귀 테스트를 건너뛰면 나중에 원인을 못 찾습니다.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조건부 Edge가 제대로 판단하고 있다는 증거입니다.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15차시의 단일 인터페이스가 여기서 값어치를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3부가 조립 작업에 가깝다는 점을 보여주면 부담이 줄어듭니다.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줄이 이식 후 가장 흔한 증상입니다.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"원래 좀 다를 수 있죠"로 넘어가지 않게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전부 통과하면 마일스톤 2 달성입니다.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회귀 테스트 결과표를 반드시 제출하게 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마일스톤 2 달성을 축하해 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3부로 자연스럽게 연결하고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2부 완주를 축하하고 3부를 예고하며 마칩니다.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41732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173736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72600" y="2057400"/>
            <a:ext cx="2148840" cy="2834640"/>
          </a:xfrm>
          <a:prstGeom prst="roundRect">
            <a:avLst>
              <a:gd name="adj" fmla="val 1702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92640" y="2514600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92640" y="2898648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92640" y="3282696"/>
            <a:ext cx="150876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92640" y="3666744"/>
            <a:ext cx="1005840" cy="1005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50876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실습으로 배우는 LangGraph : 내 손으로 RAG 시스템 만들기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938528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 22 차시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32304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RAG를 Graph로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310128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2부의 결승선</a:t>
            </a:r>
            <a:endParaRPr lang="en-US" sz="3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6052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구조는 그대로, 노드만 바꿔 끼웁니다 — 마일스톤 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576072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40차시 학습 교재   |   강사 이창현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LEARNING GOALS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차시에서 배우는 것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784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784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바꿔 끼우기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더미를 진짜 노드로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교체한다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360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60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6360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RAG 완성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6360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동작을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01000" y="1627632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93608" y="193852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3852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615184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동등성 검증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999232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1부와 답변이 같은지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확인한다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84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784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지점 표시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784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노드를 붙일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자리를 표시한다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360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6360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인터페이스 유지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46360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코드를 안 고치게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맞춰둔다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01000" y="4041648"/>
            <a:ext cx="3401568" cy="2084832"/>
          </a:xfrm>
          <a:prstGeom prst="roundRect">
            <a:avLst>
              <a:gd name="adj" fmla="val 1754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93608" y="4352544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93608" y="435254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5029200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2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5413248"/>
            <a:ext cx="2852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기반 RAG를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확보한다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JUST ONE THING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일은 딱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202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21차시 — 구조는 검증됨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1088136" y="2395728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4688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docs = [] if "없는" in q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else ["조각A", "조각B"]     ← 가짜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246120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배선·연결은 다 확인했습니다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257800" cy="2011680"/>
          </a:xfrm>
          <a:prstGeom prst="roundRect">
            <a:avLst>
              <a:gd name="adj" fmla="val 181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2024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19차시 — 노드는 만들어둠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6647688" y="2395728"/>
            <a:ext cx="4453128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4688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pairs = 실제 유사도 검색(...)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return {documents, scores, …}     ← 진짜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246120"/>
            <a:ext cx="4453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단독 테스트까지 마쳤습니다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931920"/>
            <a:ext cx="10817352" cy="2057400"/>
          </a:xfrm>
          <a:prstGeom prst="roundRect">
            <a:avLst>
              <a:gd name="adj" fmla="val 177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43000" y="4133088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— 바꿔 끼우기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590288"/>
            <a:ext cx="9902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등록 부분에서 더미 함수를 진짜 함수로 바꾸기만 합니다. 구조는 그대로입니다.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 자리에 모형을 넣고 배선을 다 확인해뒀으니, 이제 모형을 빼고 진짜 엔진을 넣습니다.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배선을 다시 할 필요가 없습니다. 그래서 오늘은 생각보다 금방 끝납니다.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NEW FEATURES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기능은 하나도 안 늘어납니다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결과물의 성능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487168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답변 품질 → 15차시와 동일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정답률 → 동일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속도 → 오히려 아주 조금 느릴 수도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088136" y="356616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"그럼 왜 하는 거죠?"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45352" y="1737360"/>
            <a:ext cx="5257800" cy="2377440"/>
          </a:xfrm>
          <a:prstGeom prst="roundRect">
            <a:avLst>
              <a:gd name="adj" fmla="val 1538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기능이 아니라 '몸'을 바꾸는 작업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647688" y="2487168"/>
            <a:ext cx="44531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지금은 같습니다.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3부에서 검증·재검색·라우팅을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붙일 때 그 차이가 폭발적으로 드러납니다.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4343400"/>
            <a:ext cx="10817352" cy="1645920"/>
          </a:xfrm>
          <a:prstGeom prst="roundRect">
            <a:avLst>
              <a:gd name="adj" fmla="val 222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43000" y="4526280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 방식에 검증을 추가한다면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956048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생성 → 검증 → 재생성 → 재검증 → 또 재생성… 코드가 계단처럼 쌓입니다.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방식이라면 노드 하나와 선 몇 개만 추가하면 됩니다. 기존 노드는 한 줄도 안 고칩니다.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KEY TERMS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용어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64208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6420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66420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코드를 새 구조로 옮기는 작업. 기능은 그대로 둡니다.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532888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53288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동등성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53288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구조를 바꿔도 같은 입력에 같은 결과가 나오는 것.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85800" y="3401568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340156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테스트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114800" y="340156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 후에도 기존 기능이 그대로인지 확인하는 테스트.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4270248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51560" y="427024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확장 지점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42702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노드를 추가할 예정인 자리.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5138928"/>
            <a:ext cx="10817352" cy="749808"/>
          </a:xfrm>
          <a:prstGeom prst="roundRect">
            <a:avLst>
              <a:gd name="adj" fmla="val 4878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38928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114800" y="513892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과정 중 눈에 보이는 결과물이 완성되는 지점.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MAPPING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어디로 가는가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73736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 rag.py의 코드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989320" y="1737360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옮겨갈 위치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304288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230428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함수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5989320" y="230428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노드 (19차시 완료)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871216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"조각이 없으면 안내" 판단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871216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 + fallback 노드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3438144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438144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조립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989320" y="3438144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노드 내부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4005072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호출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989320" y="4005072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노드 내부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85800" y="4572000"/>
            <a:ext cx="10817352" cy="512064"/>
          </a:xfrm>
          <a:prstGeom prst="roundRect">
            <a:avLst>
              <a:gd name="adj" fmla="val 714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51560" y="4572000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인용 번호 검사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4572000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노드의 반환 키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138928"/>
            <a:ext cx="4937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반환 딕셔너리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5138928"/>
            <a:ext cx="4599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State의 answer · documents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85800" y="4846320"/>
            <a:ext cx="10817352" cy="1143000"/>
          </a:xfrm>
          <a:prstGeom prst="roundRect">
            <a:avLst>
              <a:gd name="adj" fmla="val 3200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3000" y="5010912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재사용되는 것들 — 하나도 안 고칩니다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5413248"/>
            <a:ext cx="9902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파일(14차시) · 인덱스 관리(10차시) · 프롬프트(13차시) · 노드들(19차시)</a:t>
            </a:r>
            <a:endParaRPr lang="en-US" sz="13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쓰는 파일은 그래프 조립 파일 하나뿐입니다.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THE GRAPH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완성하는 그래프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1467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84398" y="24825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86150" y="187452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59302" y="221467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41014" y="266821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84748" y="24825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0" y="187452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59652" y="221467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 / fallback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341364" y="266821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분기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785098" y="248259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86850" y="1874520"/>
            <a:ext cx="2416302" cy="1417320"/>
          </a:xfrm>
          <a:prstGeom prst="roundRect">
            <a:avLst>
              <a:gd name="adj" fmla="val 25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60002" y="2214677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85800" y="3611880"/>
            <a:ext cx="10817352" cy="2377440"/>
          </a:xfrm>
          <a:prstGeom prst="roundRect">
            <a:avLst>
              <a:gd name="adj" fmla="val 1538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43000" y="3822192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여기에 추가됩니다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297680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26차시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42976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노드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42976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답변이 근거에 맞는지 판정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00016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4700016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bump 노드 + 재생성 루프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470001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부실한 답변을 다시 생성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5102352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30차시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2697480" y="51023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rewrite 노드 + 재검색 루프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172200" y="5102352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고쳐 다시 검색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550468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31차시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2697480" y="55046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 강화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172200" y="55046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오류에도 안전하게 종료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BY STEP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번에 다 만들지 마세요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8952" y="220187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1단계  retrieve만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69930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END로 → 검색 확인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11784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19600" y="182880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92752" y="220187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2단계  generate 추가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4474464" y="269930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END 대신 generate로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51648" y="250545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153400" y="1828800"/>
            <a:ext cx="334975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6552" y="2201875"/>
            <a:ext cx="320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  분기와 fallback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8208264" y="2699309"/>
            <a:ext cx="3240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조건부 Edge 연결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794760"/>
            <a:ext cx="10817352" cy="2194560"/>
          </a:xfrm>
          <a:prstGeom prst="roundRect">
            <a:avLst>
              <a:gd name="adj" fmla="val 1667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43000" y="4023360"/>
            <a:ext cx="9902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단계별로 붙일까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498848"/>
            <a:ext cx="99029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3단계를 한 번에 만들었다가 에러가 나면 어디가 문제인지 알 수 없습니다.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붙이면 방금 붙인 것이 원인입니다. 확인 범위가 즉시 좁혀집니다.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 더 걸리지만 30분을 아낍니다.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REGRESSION TEST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단계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097280"/>
          </a:xfrm>
          <a:prstGeom prst="roundRect">
            <a:avLst>
              <a:gd name="adj" fmla="val 333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 버전과 결과가 같아야 이식이 성공한 것입니다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0175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88136" y="3246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20개로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7033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버전과 그래프 버전의 답변을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비교합니다.</a:t>
            </a: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endParaRPr lang="en-US" sz="130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3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일치율 20/20이 목표입니다.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3017520"/>
            <a:ext cx="5257800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32461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다르다면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3703320"/>
            <a:ext cx="4453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query가 비어 있지 않은가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설정을 같은 값으로 읽고 있는가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프롬프트 버전이 같은가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temperature가 0인가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85800" y="489204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512064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달라졌다면 옮기는 과정에서 뭔가 빠진 것입니다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SEE THE FLOW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경로가 다르게 흘렀습니다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5257800" cy="2514600"/>
          </a:xfrm>
          <a:prstGeom prst="roundRect">
            <a:avLst>
              <a:gd name="adj" fmla="val 1455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정상 질문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88136" y="2468880"/>
            <a:ext cx="4453128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25880" y="2542032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[retrieve] documents, scores,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retrieval_ok, log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[generate] answer, insufficient,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has_citation, log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365760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→ generate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45352" y="1737360"/>
            <a:ext cx="5257800" cy="2514600"/>
          </a:xfrm>
          <a:prstGeom prst="roundRect">
            <a:avLst>
              <a:gd name="adj" fmla="val 1455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7688" y="196596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문서에 없는 질문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647688" y="2468880"/>
            <a:ext cx="4453128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85432" y="2606040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[retrieve] documents, scores,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        retrieval_ok, log</a:t>
            </a:r>
            <a:endParaRPr lang="en-US" sz="10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[fallback] answer, grade, log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3657600"/>
            <a:ext cx="4453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→ fallback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85800" y="4526280"/>
            <a:ext cx="10817352" cy="1188720"/>
          </a:xfrm>
          <a:prstGeom prst="roundRect">
            <a:avLst>
              <a:gd name="adj" fmla="val 307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84632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15차시에서는 이 흐름이 함수 안에 숨어 있어 눈으로 확인할 수 없었습니다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LINE CHANGE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코드는 한 줄만 바꿉니다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3736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1938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버전을 부르던 자리를 그래프 버전으로 — 그게 전부입니다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395728"/>
            <a:ext cx="9902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나머지 코드는 하나도 안 고칩니다. 실행하면 똑같이 동작합니다.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3200400"/>
            <a:ext cx="10817352" cy="1600200"/>
          </a:xfrm>
          <a:prstGeom prst="roundRect">
            <a:avLst>
              <a:gd name="adj" fmla="val 228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43000" y="3401568"/>
            <a:ext cx="9902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가능한가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3822192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버전의 진입 함수가 15차시와 같은 형태로 결과를 돌려주기 때문입니다.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안에서 그래프가 도는지 함수가 도는지, 부르는 쪽은 몰라도 됩니다.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15차시에서 모듈을 나눠둔 보상입니다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PREVIEW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앞으로 붙일 것들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4592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(22차시)   :   START → retrieve ─ ok → generate → END      /      empty → fallback → END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85800" y="251460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51460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27차시   :   generate → verify ─ pass → END   /   retry → bump → generate   /   giveup → fallback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85800" y="3383280"/>
            <a:ext cx="10817352" cy="731520"/>
          </a:xfrm>
          <a:prstGeom prst="roundRect">
            <a:avLst>
              <a:gd name="adj" fmla="val 5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383280"/>
            <a:ext cx="108173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32차시   :   여기에 rewrite 노드와 재검색 루프까지 추가 — 고도화된 Modular RAG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4315968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431596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차시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2331720" y="43159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추가되는 것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806440" y="4315968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얻는 능력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4736592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73659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· 27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4736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verify 노드 + 재생성 루프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806440" y="4736592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부실한 답변을 다시 생성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15721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29 · 30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5157216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유형 라우팅 + rewrite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806440" y="5157216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고쳐 다시 검색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85800" y="5577840"/>
            <a:ext cx="10817352" cy="36576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1560" y="55778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31 · 32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2331720" y="55778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예외 처리 강화 + 전체 통합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806440" y="55778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오류에도 안전하게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603504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"노드 추가 + Edge 연결"입니다 — 기존 노드를 뜯어고치는 일은 거의 없습니다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겪는 문제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169164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 결과가 항상 0건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69164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69164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340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query가 비어 있습니다. 초기 State에서 question을 복사하세요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404872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51560" y="2404872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1부보다 답변 품질이 떨어진다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0" y="2404872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989320" y="240487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설정의 프롬프트 버전 · Top-K · 최소 점수를 확인하세요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118104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51560" y="3118104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키를 못 찾는 오류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118104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3118104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초기 State에 키가 빠졌거나 기본값을 안 썼습니다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3831336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831336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변경한 키만 반환했는데 값이 덮어써진다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3831336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89320" y="383133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노드에서 State 전체를 반환했습니다 (18차시 규칙)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544568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51560" y="4544568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계속 fallback으로만 빠진다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544568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454456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분기 함수에서 판단 값을 출력해 확인하세요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10817352" cy="603504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5257800"/>
            <a:ext cx="4297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화면이 동작하지 않는다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5257800"/>
            <a:ext cx="365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CE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525780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 함수의 반환 형식이 같은지 확인하세요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IF IT DEGRADES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이식 후 성능이 떨어졌다면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198424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97280" y="19842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745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stream으로 어느 노드까지 갔는지 본다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229514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fallback으로 빠졌다면 검색 문제입니다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283464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3035808"/>
            <a:ext cx="512064" cy="512064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0358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92608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retrieve 노드의 반환값을 출력한다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334670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조각이 비었는지, 점수가 낮은지 확인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88620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408736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97280" y="40873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397764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설정 값을 15차시 버전과 대조한다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920240" y="439826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 점수가 다르면 결과가 크게 달라집니다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85800" y="4937760"/>
            <a:ext cx="10817352" cy="914400"/>
          </a:xfrm>
          <a:prstGeom prst="roundRect">
            <a:avLst>
              <a:gd name="adj" fmla="val 4000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5138928"/>
            <a:ext cx="512064" cy="512064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51389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920240" y="50292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generate에 들어가는 문맥을 출력한다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920240" y="5449824"/>
            <a:ext cx="9052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문맥 형식이 1부와 같은지 확인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5943600"/>
            <a:ext cx="10817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같아야 정상입니다. 다르면 반드시 원인이 있습니다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차시 체크리스트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88136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이해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88136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그래프 이식이 왜 기능 추가가 아닌지 안다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함수 방식과 그래프 방식의 확장성 차이를 설명한다</a:t>
            </a:r>
            <a:endParaRPr lang="en-US" sz="1250" dirty="0"/>
          </a:p>
          <a:p>
            <a:pPr marL="0" indent="0">
              <a:lnSpc>
                <a:spcPts val="30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3부에서 무엇이 추가될지 그림으로 그릴 수 있다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45352" y="1719072"/>
            <a:ext cx="5257800" cy="3840480"/>
          </a:xfrm>
          <a:prstGeom prst="roundRect">
            <a:avLst>
              <a:gd name="adj" fmla="val 95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47688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2 실습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647688" y="2651760"/>
            <a:ext cx="4480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그래프 조립 파일을 만들고 3개 노드를 연결했다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단계별로 하나씩 붙이며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구조를 그림으로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정상 질문이 generate로, 없는 질문이 fallback으로 간다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회귀 테스트에서 1부와 결과가 일치한다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stream으로 두 경로를 눈으로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화면 코드를 한 줄만 바꿔 동작을 확인했다</a:t>
            </a:r>
            <a:endParaRPr lang="en-US" sz="12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2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  3부 확장 지점을 주석으로 표시했다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ASSIGNMENT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마무리 과제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69848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728216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RAG 완성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88136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조립 파일을 완성하고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화면에서 실행되는 것을 확인하세요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45352" y="169164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1984248"/>
            <a:ext cx="493776" cy="493776"/>
          </a:xfrm>
          <a:prstGeom prst="ellipse">
            <a:avLst/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9400" y="19842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287768" y="198424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회귀 테스트 결과표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47688" y="2651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12차시 질문 20개로 1부·2부를 비교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일치율이 90% 미만이면 원인을 기록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728216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다이어그램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088136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그래프 이미지를 저장하고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 추가될 노드를 손으로 표시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45352" y="3657600"/>
            <a:ext cx="5257800" cy="1783080"/>
          </a:xfrm>
          <a:prstGeom prst="roundRect">
            <a:avLst>
              <a:gd name="adj" fmla="val 2051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3950208"/>
            <a:ext cx="493776" cy="493776"/>
          </a:xfrm>
          <a:prstGeom prst="ellipse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29400" y="39502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287768" y="3950208"/>
            <a:ext cx="3931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 요약 노트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647688" y="461772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A4 한 장에 State · Node · Edge 정리</a:t>
            </a:r>
            <a:endParaRPr lang="en-US" sz="12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실습 중에 옆에 두고 볼 수 있게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5623560"/>
            <a:ext cx="10817352" cy="548640"/>
          </a:xfrm>
          <a:prstGeom prst="roundRect">
            <a:avLst>
              <a:gd name="adj" fmla="val 6667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62356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2번 회귀 테스트가 가장 중요합니다 — 이식이 제대로 됐는지의 증거입니다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MILESTONE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2부를 완주하셨습니다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10817352" cy="1234440"/>
          </a:xfrm>
          <a:prstGeom prst="roundRect">
            <a:avLst>
              <a:gd name="adj" fmla="val 2963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10817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여러분의 RAG는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3154680"/>
            <a:ext cx="3401568" cy="1600200"/>
          </a:xfrm>
          <a:prstGeom prst="roundRect">
            <a:avLst>
              <a:gd name="adj" fmla="val 2286"/>
            </a:avLst>
          </a:prstGeom>
          <a:solidFill>
            <a:srgbClr val="E9EEF7"/>
          </a:solidFill>
          <a:ln w="12700">
            <a:solidFill>
              <a:srgbClr val="E9EE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78408" y="340156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559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State로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8862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데이터를 공유하고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43400" y="3154680"/>
            <a:ext cx="3401568" cy="1600200"/>
          </a:xfrm>
          <a:prstGeom prst="roundRect">
            <a:avLst>
              <a:gd name="adj" fmla="val 2286"/>
            </a:avLst>
          </a:prstGeom>
          <a:solidFill>
            <a:srgbClr val="E8F3EE"/>
          </a:solidFill>
          <a:ln w="12700">
            <a:solidFill>
              <a:srgbClr val="E8F3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36008" y="340156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7D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역할별 노드로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36008" y="38862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나뉘어 있고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01000" y="3154680"/>
            <a:ext cx="3401568" cy="1600200"/>
          </a:xfrm>
          <a:prstGeom prst="roundRect">
            <a:avLst>
              <a:gd name="adj" fmla="val 2286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93608" y="3401568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조건에 따라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93608" y="3886200"/>
            <a:ext cx="28529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길로 갈 수 있습니다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4983480"/>
            <a:ext cx="10817352" cy="1005840"/>
          </a:xfrm>
          <a:prstGeom prst="roundRect">
            <a:avLst>
              <a:gd name="adj" fmla="val 3636"/>
            </a:avLst>
          </a:prstGeom>
          <a:solidFill>
            <a:srgbClr val="16243D"/>
          </a:solidFill>
          <a:ln w="12700">
            <a:solidFill>
              <a:srgbClr val="1624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5212080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3부에서는 여기에 판단력을 붙입니다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108173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 미리보기 — 23차시부터 Modular RAG 설계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8173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2부에서 RAG를 그래프로 옮겼습니다. 3부에서는 그 그래프를 제대로 된 시스템으로 키웁니다.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589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판단하는 노드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406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· 라우팅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1843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861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593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스스로 재시도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5410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재생성 · 재검색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8474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8650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2F5597"/>
          </a:solidFill>
          <a:ln w="12700">
            <a:solidFill>
              <a:srgbClr val="2F559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965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안전한 예외 처리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4136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오류에도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85098" y="2688336"/>
            <a:ext cx="219456" cy="201168"/>
          </a:xfrm>
          <a:prstGeom prst="rightArrow">
            <a:avLst/>
          </a:prstGeom>
          <a:solidFill>
            <a:srgbClr val="C8CEDA"/>
          </a:solidFill>
          <a:ln w="12700">
            <a:solidFill>
              <a:srgbClr val="C8CED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86850" y="2011680"/>
            <a:ext cx="2416302" cy="1554480"/>
          </a:xfrm>
          <a:prstGeom prst="roundRect">
            <a:avLst>
              <a:gd name="adj" fmla="val 2353"/>
            </a:avLst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60002" y="2384755"/>
            <a:ext cx="226999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통합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1714" y="2882189"/>
            <a:ext cx="23065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고도화된 RAG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1691640"/>
          </a:xfrm>
          <a:prstGeom prst="roundRect">
            <a:avLst>
              <a:gd name="adj" fmla="val 2162"/>
            </a:avLst>
          </a:prstGeom>
          <a:solidFill>
            <a:srgbClr val="FCF3E2"/>
          </a:solidFill>
          <a:ln w="12700">
            <a:solidFill>
              <a:srgbClr val="FCF3E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43000" y="4224528"/>
            <a:ext cx="9902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4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만든 구조를 다시 손볼 일은 거의 없습니다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4709160"/>
            <a:ext cx="9902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3부는 노드를 추가하고 선을 연결하는 조립 작업에 가깝습니다.</a:t>
            </a:r>
            <a:endParaRPr lang="en-US" sz="135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50" dirty="0">
                <a:solidFill>
                  <a:srgbClr val="5C657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오늘 구조를 제대로 만들어둔 것이 중요합니다.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828800"/>
            <a:ext cx="2468880" cy="3108960"/>
          </a:xfrm>
          <a:prstGeom prst="roundRect">
            <a:avLst>
              <a:gd name="adj" fmla="val 1481"/>
            </a:avLst>
          </a:prstGeom>
          <a:solidFill>
            <a:srgbClr val="24365C"/>
          </a:solidFill>
          <a:ln w="12700">
            <a:solidFill>
              <a:srgbClr val="2436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23317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18320" y="27889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0" y="32461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418320" y="3703320"/>
            <a:ext cx="1737360" cy="118872"/>
          </a:xfrm>
          <a:prstGeom prst="rect">
            <a:avLst/>
          </a:prstGeom>
          <a:solidFill>
            <a:srgbClr val="5B7FBD"/>
          </a:solidFill>
          <a:ln w="12700">
            <a:solidFill>
              <a:srgbClr val="5B7F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0" y="4160520"/>
            <a:ext cx="1188720" cy="118872"/>
          </a:xfrm>
          <a:prstGeom prst="rect">
            <a:avLst/>
          </a:prstGeom>
          <a:solidFill>
            <a:srgbClr val="D2891F"/>
          </a:solidFill>
          <a:ln w="12700">
            <a:solidFill>
              <a:srgbClr val="D2891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57276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28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마무리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084832"/>
            <a:ext cx="7955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답변이 나옵니다</a:t>
            </a:r>
            <a:endParaRPr lang="en-US" sz="36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몸이 달라졌습니다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79476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성능은 15차시와 똑같습니다. 답변도, 정답률도 같습니다.</a:t>
            </a:r>
            <a:endParaRPr lang="en-US" sz="14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400" dirty="0">
                <a:solidFill>
                  <a:srgbClr val="9FB2D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하지만 이제 검증을 끼우려면 노드 하나와 선 몇 개만 추가하면 됩니다. 기존 노드는 안 고칩니다.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846320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함수 방식은 흐름이 코드 안에 숨지만, 그래프는 구조로 드러납니다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2669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FB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그림으로 그릴 수 있고, 팀원에게 설명할 수 있습니다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589788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2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마일스톤 2 달성을 축하합니다.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1533</Words>
  <Application>Microsoft Office PowerPoint</Application>
  <PresentationFormat>사용자 지정</PresentationFormat>
  <Paragraphs>318</Paragraphs>
  <Slides>19</Slides>
  <Notes>19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</vt:vector>
  </TitlesOfParts>
  <Company>PptxGenJS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LangGraph 22차시 RAG를 Graph로 바꾸기</dc:title>
  <dc:subject>PptxGenJS Presentation</dc:subject>
  <dc:creator>이창현</dc:creator>
  <cp:lastModifiedBy>Lenovo</cp:lastModifiedBy>
  <cp:revision>1</cp:revision>
  <dcterms:created xsi:type="dcterms:W3CDTF">2026-09-15T06:18:03Z</dcterms:created>
  <dcterms:modified xsi:type="dcterms:W3CDTF">2026-09-15T08:09:46Z</dcterms:modified>
</cp:coreProperties>
</file>