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5차시입니다. 환경이 갖춰졌으니 이제 LangChain으로 실제 파이프라인 앞부분을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도구의 개념, 주황 카드는 실제로 손대는 설정값들입니다.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그림에서 오늘 위치를 짚어주면 방향을 잃지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프레임워크가 왜 필요한지 공감시키는 슬라이드입니다.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교체가 쉽다는 점은 실무에서 체감이 큽니다. OpenAI에서 다른 모델로 옮기는 상황을 예로 드세요.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용어와 실습 코드가 1:1로 대응된다는 점을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종류가 많아 보여도 사용법은 거의 같습니다. 겁먹지 않게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metadata는 지금은 사소해 보이지만 출처 표시에 반드시 필요합니다. 6차시에서 심화합니다.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Recursive가 추천인지 — 문단 경계를 먼저 보기 때문이라는 점을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주황색이 겹치는 구간입니다. 같은 문장이 두 조각에 들어간다는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14차시에서 이 값도 실험 대상이 된다는 점을 예고해도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2차시에서 배운 '검색 결과가 Context'라는 말이 여기서 구체화됩니다.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프롬프트를 코드 여기저기 흩어놓으면 나중에 고치기 어렵다는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바꿔가며 결과를 눈으로 보는 것이 오늘 실습의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차시마다 부품이 하나씩 늘어나는 구조라는 점을 보여주세요.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시간을 꼭 확보하세요. 값을 직접 만져보는 것이 기억에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항목이 체크되지 않은 사람은 다음 차시에서 막힙니다. 꼭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6차시가 Ingestion 단계를 마무리하는 차시라는 점을 알려주세요.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편리함에 기대어 원리를 건너뛰지 않도록 당부하며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5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 입문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마법 도구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3차시에서 그린 그림을, 이제 도구로 옮깁니다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LangChain의 정체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프레임워크가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필요한지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구성 요소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· Chain · Tool이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파악한다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Loader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형식별로 문서를 읽는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구분한다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 Splitter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조각으로 나누는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이해한다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· overlap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값이 무엇을 바꾸는지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설명할 수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Template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변수를 끼워 넣는 프롬프트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틀을 만든다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도구를 손에 쥡니다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1-3차시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개념과 구조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43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759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5930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구축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474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5차시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5965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 입문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850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8290" y="275051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6-7차시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60002" y="324794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심화 · 임베딩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다루는 것은 준비 단계의 앞 두 칸입니다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175504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3차시에서 배운 10단계 중 1번 Ingestion과 2번 Chunking을 LangChain으로 처리합니다.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단계는 6-7차시에서 하나씩 붙여 나갑니다.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LANGCHAIN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라인에 비유하면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 없이 만들면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788920"/>
            <a:ext cx="44531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읽기 → 분할 → 임베딩 → 검색 → 호출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다른 라이브러리를 쓰고,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각각의 사용법을 따로 익혀야 합니다.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부분은 전부 직접 만들어야 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LangChain으로 만들면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788920"/>
            <a:ext cx="44531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단계가 같은 규격으로 통합됩니다.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 갈아 끼우듯 바꿀 수 있고,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단계를 이어 붙이기도 쉽습니다.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흐름 설계에만 집중하면 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바퀴를 다시 발명하지 않게 해주는 도구입니다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LangChain의 핵심 특징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5603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Model 지원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38328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· Anthropic · Google을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방식으로 호출합니다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25603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Chain 개념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338328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단계를 하나로 이어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흘려보냅니다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920240"/>
            <a:ext cx="457200" cy="45720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2" y="25603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 지원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30952" y="338328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이력을 알아서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관리해 줍니다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92024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438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25603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Template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338328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변수를 끼워 넣는 프롬프트를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구성합니다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64040" y="1627632"/>
            <a:ext cx="2020824" cy="3017520"/>
          </a:xfrm>
          <a:prstGeom prst="roundRect">
            <a:avLst>
              <a:gd name="adj" fmla="val 181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1920240"/>
            <a:ext cx="457200" cy="457200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38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25603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통합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0072" y="3383280"/>
            <a:ext cx="1563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검색·계산 같은 외부 도구를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붙일 수 있습니다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바꿔도 코드는 거의 그대로 — 이것이 가장 큰 실무 이점입니다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37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애플리케이션을 쉽게 개발하게 해주는 프레임워크입니다.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Loader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697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· TXT · DOCX 등을 읽어 LangChain이 다룰 형태로 바꿉니다.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 Splitter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문서를 작은 조각으로 나눕니다. Chunking을 대신 처리해 줍니다.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10817352" cy="822960"/>
          </a:xfrm>
          <a:prstGeom prst="roundRect">
            <a:avLst>
              <a:gd name="adj" fmla="val 444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617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Template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617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자리를 비워둔 프롬프트 틀. 나중에 값을 채워 씁니다.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6235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용어가 오늘 실습에서 그대로 등장합니다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LOADER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형식마다 읽는 도구가 다릅니다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3차시의 1단계 Ingestion을 담당합니다. 파일 형식에 맞는 Loader를 고르면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대상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755648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6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TextLoader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2677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.txt 파일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6771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단순한 텍스트 파일 로드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79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PyPDFLoader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7797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파일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779776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PDF에서 텍스트를 추출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DirectoryLoader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291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29184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폴더의 모든 파일을 한 번에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03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CSVLoader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파일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80390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데이터를 문서로 변환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315968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4315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DocxLoader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794760" y="43159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Word 파일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315968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.docx에서 텍스트를 추출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28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WebBaseLoader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48280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웹페이지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82803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URL의 내용을 가져옴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39496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4406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TextLoader 하나만 씁니다 — 나머지는 6차시에서 다룹니다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 들인 결과는 두 칸으로 되어 있습니다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Loader가 돌려주는 것은 문자열이 아니라 Document라는 상자입니다.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12140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121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28216" y="212140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page_content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88136" y="2788920"/>
            <a:ext cx="4453128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788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회사는 2024년에 설립되었습니다…"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361188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텍스트 내용입니다.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검색과 답변 생성에 쓰이는 본문입니다.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1783080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21214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121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87768" y="212140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47688" y="2788920"/>
            <a:ext cx="4453128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85432" y="2788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 : data/sample.txt   ·   page : 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3611880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파일명·페이지 같은 부가 정보입니다.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출처를 붙일 때 여기를 씁니다.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metadata를 챙겨두면 나중에 "어느 문서 몇 페이지"를 보여줄 수 있습니다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 SPLITTER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조각내는 방식에도 종류가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196596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RecursiveCharacter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TextSplitter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78892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2918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→ 문장 → 단어 순으로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자연스러운 경계를 찾아 나눕니다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196596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CharacterTextSplitter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78892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2918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수만 세서 자릅니다.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중간이 잘릴 수 있습니다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3608" y="1965960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TokenTextSplitter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78892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기준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29184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개수로 자릅니다.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계산과 맞추기 좋습니다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RecursiveCharacterTextSplitter — 의미 단위를 최대한 살려서 자릅니다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SETTINGS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만들 때 정하는 두 가지 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4572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문서 — 하나의 긴 텍스트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4389120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3182112"/>
            <a:ext cx="4389120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318211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0840" y="3895344"/>
            <a:ext cx="4389120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389534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2468880"/>
            <a:ext cx="1371600" cy="530352"/>
          </a:xfrm>
          <a:prstGeom prst="roundRect">
            <a:avLst>
              <a:gd name="adj" fmla="val 689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3182112"/>
            <a:ext cx="1371600" cy="530352"/>
          </a:xfrm>
          <a:prstGeom prst="roundRect">
            <a:avLst>
              <a:gd name="adj" fmla="val 689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3182112"/>
            <a:ext cx="1371600" cy="530352"/>
          </a:xfrm>
          <a:prstGeom prst="roundRect">
            <a:avLst>
              <a:gd name="adj" fmla="val 689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895344"/>
            <a:ext cx="1371600" cy="530352"/>
          </a:xfrm>
          <a:prstGeom prst="roundRect">
            <a:avLst>
              <a:gd name="adj" fmla="val 6897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03320" y="24688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3182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182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8953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6634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8136" y="48646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5285232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하나의 크기입니다. 500이면 약 500자씩 잘립니다.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45352" y="4663440"/>
            <a:ext cx="5257800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48646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chunk_overlap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47688" y="5285232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조각의 끝부분을 다음 조각이 다시 물고 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OVERLAP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일부러 겹치게 자를까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겹침이 없으면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반환은 구매일로부터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88136" y="333756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3337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 이내에 가능합니다 …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393192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조건이 두 조각으로 쪼개져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쪽도 온전한 답이 못 됩니다.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겹침이 있으면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47688" y="278892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85432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반환은 구매일로부터 30일 이내에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47688" y="3337560"/>
            <a:ext cx="4453128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85432" y="3337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구매일로부터 30일 이내에 가능합니다 …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3192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경계에 걸친 문장이 어느 한쪽에는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온전히 담기게 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chunk_size의 10% 정도에서 시작합니다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TEMPLATE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바뀌는 자리를 비워둔 프롬프트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"다음 문서를 읽고 질문에 답하세요.   문서 : [ 문서 자리 ]   질문 : [ 질문 자리 ]   답변 :"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  실행할 때 값을 채워 넣으면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320040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4290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"다음 문서를 읽고 질문에 답하세요.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문서 : 제품 색상은 검은색입니다    질문 : 제품 색상은?    답변 :"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864608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RAG에서 이 틀이 하는 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5303520"/>
            <a:ext cx="9902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검색으로 찾아온 조각이 [ 문서 자리 ]에, 사용자 질문이 [ 질문 자리 ]에 매번 새로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TEMPLATE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틀로 만들어 두면 좋은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770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틀로 수백 개의 질문을 처리합니다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56816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24344" y="2029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가독성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770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구조가 한눈에 보입니다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403250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4032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4105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유지보수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문구를 고칠 때 한 곳만 고치면 됩니다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03250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4032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4105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체인 연결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단계와 이어 붙이기 쉽습니다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손으로 만들어 볼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759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sample.txt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74502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연습용 문서 준비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8439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87452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7590" y="224759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TextLoader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59302" y="274502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불러오기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474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7452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7940" y="224759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Splitter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9652" y="274502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조각내기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8509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87452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78290" y="224759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60002" y="274502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수와 길이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1188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문서 하나로 충분합니다. 규모보다 흐름을 익히는 것이 목적입니다.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114800"/>
            <a:ext cx="5257800" cy="1828800"/>
          </a:xfrm>
          <a:prstGeom prst="roundRect">
            <a:avLst>
              <a:gd name="adj" fmla="val 2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8136" y="4343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확인해야 할 것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4846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문서가 몇 개로 읽혔는가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조각이 몇 개로 나뉘었는가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조각의 글자 수는 얼마인가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45352" y="4114800"/>
            <a:ext cx="5257800" cy="1828800"/>
          </a:xfrm>
          <a:prstGeom prst="roundRect">
            <a:avLst>
              <a:gd name="adj" fmla="val 2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4343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해볼 실험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47688" y="4846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chunk_size를 바꿔 다시 실행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 수가 어떻게 변하는지 관찰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overlap을 0으로 두면 무엇이 달라지나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파이프라인, 어디까지 왔나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373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추가되는 구성 요소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7373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40864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408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5차시  (오늘)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340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Loader + Text Splitter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34086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완성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44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94436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로딩 심화 · 메타데이터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94436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547872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5478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5478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 + Vector Store + Chain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547872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1513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15137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완전한 RAG 시스템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15137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983480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오늘까지 만든 것은 전체의 앞부분입니다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3949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읽어 조각으로 나누는 데까지 왔습니다. 아직 검색도, 답변 생성도 없습니다.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ACTIVITY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차시의 학습 활동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손이 바빠집니다. 강의를 듣고 바로 코드를 짜고, 값을 바꿔 실험합니다.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17627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27248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LangChain이 하는 일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Loader와 Splitter의 역할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Prompt Template의 개념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217627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61518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127248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연습용 문서 만들기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불러오기와 분할 코드 작성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실행해서 결과 확인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874520"/>
            <a:ext cx="3401568" cy="2880360"/>
          </a:xfrm>
          <a:prstGeom prst="roundRect">
            <a:avLst>
              <a:gd name="adj" fmla="val 127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17627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61518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127248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chunk_size를 바꿔 재실행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조각 수 변화 관찰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overlap의 효과 확인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2349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하나 바꿔서 결과가 달라지는 걸 보면 개념이 몸에 붙습니다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LangChain이 왜 필요한지 설명할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Loader와 Splitter의 역할을 구분한다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Document의 두 칸을 설명할 수 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chunk_size의 의미를 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chunk_overlap이 왜 필요한지 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적용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문서를 불러오는 코드를 실행했다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분할 결과를 눈으로 확인했다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chunk_size를 바꿔 비교해봤다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Prompt Template을 만들어봤다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다음 차시 준비가 되었다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6차시 문서 로딩 심화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텍스트 파일 하나만 다뤘습니다. 다음은 실무에서 마주치는 형식들입니다.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로딩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PyPDFLoader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759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일괄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5930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DirectoryLoader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794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웹페이지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965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WebBaseLoader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8290" y="2384755"/>
            <a:ext cx="22334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60002" y="2882189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붙이기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88136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88136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깨짐, 스캔 PDF 같은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문제 해결도 함께 다룹니다.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45352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7차시부터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47688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Embedding과 Vector Store로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검색이 가능해집니다.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쉬워도</a:t>
            </a:r>
            <a:endParaRPr lang="en-US" sz="3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안에서 무슨 일이 나는지는 알아야 합니다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LangChain은 세 줄이면 되던 일을 한 줄로 줄여줍니다. 편해진 만큼 안을 안 보게 되기 쉽습니다.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chunk_size를 왜 그 값으로 뒀는지 설명 못 하면, 문제가 생겼을 때 손을 댈 수 없습니다.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각 단계가 3차시의 어느 칸인지 짚어보세요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755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거들 뿐, 설계는 여러분의 몫입니다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1429</Words>
  <Application>Microsoft Office PowerPoint</Application>
  <PresentationFormat>사용자 지정</PresentationFormat>
  <Paragraphs>341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05차시 LangChain 입문</dc:title>
  <dc:subject>PptxGenJS Presentation</dc:subject>
  <dc:creator>이창현</dc:creator>
  <cp:lastModifiedBy>lch</cp:lastModifiedBy>
  <cp:revision>1</cp:revision>
  <dcterms:created xsi:type="dcterms:W3CDTF">2026-09-14T10:01:23Z</dcterms:created>
  <dcterms:modified xsi:type="dcterms:W3CDTF">2026-09-14T10:04:52Z</dcterms:modified>
</cp:coreProperties>
</file>