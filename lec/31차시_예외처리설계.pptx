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-96" y="-7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31차시입니다. 기능이 아니라 안정성을 다루는 차시입니다.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응급실 비유가 오늘의 핵심 이미지입니다.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 단계가 가장 자주 실패합니다.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단계의 결과가 State에 남아 있다는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Graceful Degradation이 오늘의 핵심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응급실 비유를 먼저 던지고 정책표로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'남아 있는 것' 열이 설계의 출발점입니다. 무엇이 남아 있는지 보고 정책을 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순서도 중요합니다. 시스템 오류를 먼저 확인해야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안내 문구가 곧 사용자 경험이라는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27차시에서 미뤄뒀던 A안/B안 판단을 여기서 제3의 방식으로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기본값이 곧 라우팅 설계입니다.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bottom = 1.88 + 0.24 + 2.60 = 4.72, 카드 4.95.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교재에서도 '실무적 타협'이라고 명시한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33차시 프로파일링의 기초 데이터가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예외 처리가 없었다면 세 경우 모두 500 에러였습니다.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죽지 않는 것과 정상인 것은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줄이 감싸개 도입 직후 가장 흔한 문제입니다.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장애 시뮬레이션까지 통과해야 32차시 통합이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장애 시뮬레이션은 필수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차시가 3부의 마일스톤입니다.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정직함과 기록, 두 가지로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31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 설계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상황에서도 죽지 않기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있는 만큼은 하고, 못 한 것은 알린다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지점 목록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터질 수 있는지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빠짐없이 적는다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실패 허용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일부가 실패해도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응답하는 설계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 계층화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상황별로 다른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안내를 준다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불확실성 표시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안 된 답을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 알린다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타임아웃 · 재시도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무한정 기다리지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않게 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로그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집계할 수 있는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남긴다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POINTS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시스템이 커질수록 실패 지점도 늘어납니다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30차시까지 오면서 노드가 9개, 분기가 4개가 됐습니다. 각각이 실패할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75564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오류 · 형식 이탈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7556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231136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2311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23113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없음 · 손상 · 디스크 오류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2311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2706624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270662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706624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오류 · 한도 초과 · 타임아웃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7066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182112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1821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18211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오류 · 컨텍스트 초과 · 타임아웃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1821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657600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3657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365760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파싱 실패 · API 오류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657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133088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41330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13308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오류 · 빈 결과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41330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4608576"/>
            <a:ext cx="10817352" cy="402336"/>
          </a:xfrm>
          <a:prstGeom prst="roundRect">
            <a:avLst>
              <a:gd name="adj" fmla="val 909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46085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460857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무한루프 · 메모리 부족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46085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521208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2120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가장 흔한 셋 — ① 호출 한도 초과(429)   ② 30초 넘는 타임아웃   ③ 컨텍스트 길이 초과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WITHOUT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처리가 없는 시스템의 최후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19090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노드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67370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파싱 실패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4398" y="24825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6150" y="182880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9302" y="219090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발생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41014" y="267370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밖으로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4748" y="24825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82880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9652" y="219090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500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41364" y="267370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 응답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85098" y="24825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6850" y="1828800"/>
            <a:ext cx="2416302" cy="1508760"/>
          </a:xfrm>
          <a:prstGeom prst="roundRect">
            <a:avLst>
              <a:gd name="adj" fmla="val 2424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0002" y="2190902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1714" y="2673706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답도 못 받음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611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379476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사실 답변은 이미 만들어져 있었습니다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2519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검증만 실패했을 뿐인데, 사용자는 아무것도 받지 못했습니다.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2349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아니면 전무 — 이 설계를 바꾸는 것이 오늘의 목표입니다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실패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 단계가 실패해도 나머지 결과로 응답하는 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품질을 낮추더라도 서비스를 유지하는 전략.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 계층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상황별로 다른 안내를 주는 구조.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타임아웃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시간이 지나면 응답을 포기하는 설정.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불확실성 표시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검증되지 않은 답변임을 사용자에게 알리는 것.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로그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집계 · 분석할 수 있는 형태로 남기는 기록.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EMERGENCY ROOM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응급실 비유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93392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아니면 전무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97480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 장비가 고장 났다고</a:t>
            </a: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환자를 그냥 돌려보냅니다.</a:t>
            </a: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→ 예외 → 아무것도 못 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93392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99339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성공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97480"/>
            <a:ext cx="4453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촬영 없이 할 수 있는 처치는 합니다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"정밀 검사는 못 했습니다"라고 알립니다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필요하면 다른 병원을 안내합니다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→ 답변 제공 + "미검증" 표시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있는 만큼은 하고, 못 한 것은 알린다 — 이것이 Graceful Degradation입니다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PARTIAL POLICY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부분 실패 정책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단계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190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남아 있는 것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71907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실패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21284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212848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document로 간주하고 진행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066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70662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706624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시도 → 안 되면 안내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00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실패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20040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문서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200400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원문을 그대로 보여줌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941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69417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+ 근거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3694176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제공 + 미검증 표시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8795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187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실패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1879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검색 결과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4187952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있으면 그것으로 생성 시도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91947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실패 시 근거 원문을 보여준다? — 의외로 유용합니다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21808"/>
            <a:ext cx="9902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"답변 생성에 실패했습니다. 대신 관련 자료를 보여드립니다.  [1] 이용약관 4페이지 …"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읽고 판단할 수 있습니다. 아무것도 안 주는 것보다 훨씬 낫습니다.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 LAYERS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상황별로 안내를 나눕니다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94944"/>
          </a:xfrm>
          <a:prstGeom prst="roundRect">
            <a:avLst>
              <a:gd name="adj" fmla="val 52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not_found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9164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찾지 못함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691640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다르게 표현해보시거나, 문서에 포함된 주제인지 확인해주세요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96312"/>
            <a:ext cx="10817352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9631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exhausted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49631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찾아도 없음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496312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없을 가능성이 높습니다. 담당 부서에 직접 문의해주세요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00984"/>
            <a:ext cx="10817352" cy="694944"/>
          </a:xfrm>
          <a:prstGeom prst="roundRect">
            <a:avLst>
              <a:gd name="adj" fmla="val 52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300984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system_error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30098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오류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300984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일시적인 오류입니다. 잠시 후 다시 시도해주세요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05656"/>
            <a:ext cx="10817352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105656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rate_limit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10565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한도 초과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4105656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요청이 많아 지연되고 있습니다. 잠시 후 다시 시도해주세요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910328"/>
            <a:ext cx="10817352" cy="694944"/>
          </a:xfrm>
          <a:prstGeom prst="roundRect">
            <a:avLst>
              <a:gd name="adj" fmla="val 52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910328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unverified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491032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4910328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답변은 제공하되, 검증되지 않았음을 표시합니다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806440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7607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fallback은 하나였습니다 — 오늘 다섯 가지로 나눕니다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SPLIT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다음 행동이 달라집니다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"찾지 못했습니다"만 보면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계속 바꿔가며 시도합니다.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 API 한도 문제였다면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헛수고입니다.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"요청이 많습니다"를 보면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6032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기다렸다 다시 시도합니다.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행동을 하게 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안내는 사용자의 시간을 아껴줍니다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UNVERIFIED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답변을 정직하게 표시하기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8745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 방식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286000"/>
            <a:ext cx="4453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+ 상한 도달 → END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그대로, 아무 표시 없음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8745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31차시 방식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286000"/>
            <a:ext cx="4453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+ 상한 도달 → fallback(unverified)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유지 + verified=False + 화면 경고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0817352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3364992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아래 답변은 자동 검증을 통과하지 못했습니다. 내용을 원문과 대조해 확인해주세요.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환불은 상품 수령 후 7일 이내에 신청하실 수 있습니다[1].        📎 참고: 이용약관.pdf 4페이지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8463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확실하지 않은 답을 확실한 척 주는 것이, 확실하지 않다고 말하는 것보다 훨씬 나쁩니다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 NODE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노드가 같은 방식으로 실패하게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처리를 노드마다 따로 쓰지 않고, 하나의 감싸개로 표준화합니다.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901952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감싸개가 하는 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0428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예외가 나면 → 노드별로 정해둔 기본값을 반환 + 오류를 로그에 기록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971800"/>
            <a:ext cx="3401568" cy="1874520"/>
          </a:xfrm>
          <a:prstGeom prst="roundRect">
            <a:avLst>
              <a:gd name="adj" fmla="val 19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1821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61188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retrieval_ok = False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40690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라우터가 재작성이나 fallback으로 보냄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971800"/>
            <a:ext cx="3401568" cy="1874520"/>
          </a:xfrm>
          <a:prstGeom prst="roundRect">
            <a:avLst>
              <a:gd name="adj" fmla="val 19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31821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실패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61188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gen_error 표시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40690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노드가 즉시 포기 판정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2971800"/>
            <a:ext cx="3401568" cy="1874520"/>
          </a:xfrm>
          <a:prstGeom prst="roundRect">
            <a:avLst>
              <a:gd name="adj" fmla="val 19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31821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61188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grade = pass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40690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때문에 서비스가 막히면 안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실패했을 때 어디로 흘러가야 하는지를 기본값으로 표현합니다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TIMEOUTS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무한정 기다리지 않게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7190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권장값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719072"/>
            <a:ext cx="5102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49424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4942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개별 타임아웃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24942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~ 30초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249424"/>
            <a:ext cx="5102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인내심의 한계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재시도 횟수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7797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779776"/>
            <a:ext cx="5102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일시적 네트워크 오류 대비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310128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3101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타임아웃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31012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10초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310128"/>
            <a:ext cx="5102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빨라야 함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404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전체 제한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38404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840480"/>
            <a:ext cx="5102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최악의 누적 시간 차단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2628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70916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타임아웃만으로는 부족합니다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2064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하나당 30초여도 재작성 2회 + 재생성 2회면 최대 9회 호출 — 최악의 경우 270초, 4분 반입니다.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마감 시각(deadline)을 State에 넣고, 분기 함수가 맨 위에서 확인합니다.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PRAGMATIC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deadline을 State에 넣는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28차시 규칙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42032"/>
            <a:ext cx="4453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함수는 State만 보고 판단해야 합니다.</a:t>
            </a: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시각을 직접 부르는 것은</a:t>
            </a:r>
            <a:endParaRPr lang="en-US" sz="13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위반입니다.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실무적 타협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42032"/>
            <a:ext cx="4453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시작할 때 마감 시각을 State에 넣어두면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"남은 시간이 있는가"를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기준으로 판단하는 셈입니다.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완벽하진 않지만 실용적입니다.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9606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원칙을 알고 어기는 것과, 모르고 어기는 것은 다릅니다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STRUCTURED LOGS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운영은 감이 아니라 로그로 합니다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log는 사람이 읽는 문자열이었습니다. 질문 하나당 한 줄씩, 집계할 수 있는 형태로 남깁니다.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10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통과율이 낮다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8105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8105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기준이 엄격하거나 근거가 부실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발생률이 높다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688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임계값이 높거나 문서 용어 불일치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127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exhausted가 많다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1272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127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범위를 넓혀야 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785616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7856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node_error가 잦다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78561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7856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노드에 문제가 있음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443984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4439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응답이 길다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44439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4439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33차시 최적화 필요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21208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212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항목 — 질문 · 분류 · 판정 · 재시도 · 재작성 · 검증 여부 · fallback 종류 · 노드 오류 · 응답 시간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DRILL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고장 내보기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고장을 내고 시스템이 버티는지 확인합니다.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0817352" cy="841248"/>
          </a:xfrm>
          <a:prstGeom prst="roundRect">
            <a:avLst>
              <a:gd name="adj" fmla="val 434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836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생존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883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오류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24942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"일시적인 시스템 오류가 발생했습니다…"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1883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False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10817352" cy="841248"/>
          </a:xfrm>
          <a:prstGeom prst="roundRect">
            <a:avLst>
              <a:gd name="adj" fmla="val 434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8712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생존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8712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API 오류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23697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"답변 생성에 실패했습니다. 대신 관련 자료를…"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8712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785616"/>
            <a:ext cx="10817352" cy="841248"/>
          </a:xfrm>
          <a:prstGeom prst="roundRect">
            <a:avLst>
              <a:gd name="adj" fmla="val 434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858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생존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858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파싱 실패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22452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상품 수령 후 7일 이내에 신청…[1]"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858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False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번째가 핵심 — 검증만 건너뛰고 답변은 정상 제공, 그리고 미검증으로 표시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SILENT FAILURE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예외를 무조건 잡으면 안 되는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202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조용한 실패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7744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예외를 잡아 기본값으로 넘기면 시스템은 죽지 않지만 계속 틀린 답을 줍니다.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인덱스 파일이 손상됐는데 매번 "자료를 찾지 못했습니다"만 반환 → 아무도 문제를 모릅니다.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566160"/>
            <a:ext cx="3401568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391363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913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9136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예외를 로그에 남긴다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3566160"/>
            <a:ext cx="3401568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391363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3913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9136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비율을 지켜본다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01000" y="3566160"/>
            <a:ext cx="3401568" cy="1188720"/>
          </a:xfrm>
          <a:prstGeom prst="roundRect">
            <a:avLst>
              <a:gd name="adj" fmla="val 307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391363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3913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39136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임계치를 넘으면 알림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98348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잡되, 반드시 기록하세요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예외를 잡았는데 흐름이 이상하다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6916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기본값이 라우터를 엉뚱한 곳으로 보냅니다. 기본값을 재검토하세요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예외를 잡아 원인을 모른다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4048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로그에 예외 종류와 위치를 반드시 남기세요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타임아웃을 걸었는데 안 걸린다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1181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타임아웃과 전체 deadline을 모두 설정하세요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한도 초과가 자주 난다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83133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횟수를 늘리고 점점 간격을 늘려 재시도하세요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 메시지가 다 똑같다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45445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 판단 조건의 순서를 확인하세요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표시가 화면에 안 나온다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52578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반환값에 verified를 포함하고 화면에서 표시하세요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시스템의 주요 실패 지점을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부분 실패 허용 설계를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Fallback을 계층화하는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검증 실패 시 답변을 살리는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조용한 실패의 위험을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 감싸개를 만들어 적용했다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Fallback을 상황별로 나눴다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미검증 답변을 표시한다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개별 · 전체 타임아웃을 설정했다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구조화 로그를 남기고 집계했다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장애 시뮬레이션 3종을 통과했다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 적용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감싸개를 적용하고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· 실패 기본값 · 흘러갈 경로를 표로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시뮬레이션 5종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삭제 · 잘못된 API 키 · 인터넷 차단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강제 예외 · 빈 질문 — 앱이 안 죽어야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28216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집계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20개를 돌린 뒤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· 값 · 정상 범위 · 판단 표로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문구 다듬기 (권장)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서비스에 맞게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fallback 문구를 고쳐 쓰세요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 — 다섯 경우 모두 앱이 종료되지 않으면 통과입니다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32차시 고도화 Modular RAG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만든 모든 부품을 하나로 통합합니다.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통합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9개 · 분기 4개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정리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 · 재작성 · 시간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커버리지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길을 한 번씩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변화 측정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→ 22 → 27 → 32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4 — 3부의 완성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예외 처리가 있어야 통합 테스트 중에 터져도 원인을 찾을 수 있습니다.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로그로 모든 경로가 실제로 실행됐는지 확인하게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있는 만큼은 하고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한 것은 알립니다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검증이 실패했다고 이미 만든 답변까지 버리지 않습니다. 대신 "검증되지 않았습니다"라고 정직하게 붙입니다.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시스템이 죽지 않는 것만큼, 사용자가 다음에 무엇을 해야 할지 알려주는 것이 중요합니다.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예외는 잡되, 반드시 기록합니다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죽지 않는 것과 정상인 것은 다르니까요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Microsoft Office PowerPoint</Application>
  <PresentationFormat>사용자 지정</PresentationFormat>
  <Paragraphs>379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31차시 예외 처리 설계</dc:title>
  <dc:subject>PptxGenJS Presentation</dc:subject>
  <dc:creator>이창현</dc:creator>
  <cp:lastModifiedBy>Lenovo</cp:lastModifiedBy>
  <cp:revision>1</cp:revision>
  <dcterms:created xsi:type="dcterms:W3CDTF">2026-09-22T01:03:58Z</dcterms:created>
  <dcterms:modified xsi:type="dcterms:W3CDTF">2026-09-22T02:00:37Z</dcterms:modified>
</cp:coreProperties>
</file>