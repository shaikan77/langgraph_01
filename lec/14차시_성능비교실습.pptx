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Default Extension="xlsx" ContentType="application/haansoftxlsx"/>
  <Override PartName="/ppt/charts/chart3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-78" y="-10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정답률(%)</c:v>
                </c:pt>
              </c:strCache>
            </c:strRef>
          </c:tx>
          <c:spPr>
            <a:solidFill>
              <a:srgbClr val="2F5597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6243D"/>
                    </a:solidFill>
                    <a:latin typeface="맑은 고딕"/>
                  </a:defRPr>
                </a:pPr>
                <a:endParaRPr lang="ko-KR"/>
              </a:p>
            </c:txPr>
            <c:showVal val="1"/>
          </c:dLbls>
          <c:cat>
            <c:strRef>
              <c:f>Sheet1!$A$2:$A$5</c:f>
              <c:strCache>
                <c:ptCount val="4"/>
                <c:pt idx="0">
                  <c:v>chunk 200</c:v>
                </c:pt>
                <c:pt idx="1">
                  <c:v>chunk 300</c:v>
                </c:pt>
                <c:pt idx="2">
                  <c:v>chunk 500</c:v>
                </c:pt>
                <c:pt idx="3">
                  <c:v>chunk 800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70</c:v>
                </c:pt>
                <c:pt idx="2">
                  <c:v>60</c:v>
                </c:pt>
                <c:pt idx="3">
                  <c:v>55</c:v>
                </c:pt>
              </c:numCache>
            </c:numRef>
          </c:val>
        </c:ser>
        <c:dLbls>
          <c:showVal val="1"/>
        </c:dLbls>
        <c:axId val="68467712"/>
        <c:axId val="68506368"/>
      </c:barChart>
      <c:catAx>
        <c:axId val="68467712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68506368"/>
        <c:crosses val="autoZero"/>
        <c:auto val="1"/>
        <c:lblAlgn val="ctr"/>
        <c:lblOffset val="100"/>
        <c:noMultiLvlLbl val="1"/>
      </c:catAx>
      <c:valAx>
        <c:axId val="68506368"/>
        <c:scaling>
          <c:orientation val="minMax"/>
          <c:max val="90"/>
          <c:min val="0"/>
        </c:scaling>
        <c:axPos val="l"/>
        <c:majorGridlines>
          <c:spPr>
            <a:ln w="1270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6846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정답률(%)</c:v>
                </c:pt>
              </c:strCache>
            </c:strRef>
          </c:tx>
          <c:spPr>
            <a:solidFill>
              <a:srgbClr val="2F5597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6243D"/>
                    </a:solidFill>
                    <a:latin typeface="맑은 고딕"/>
                  </a:defRPr>
                </a:pPr>
                <a:endParaRPr lang="ko-KR"/>
              </a:p>
            </c:txPr>
            <c:showVal val="1"/>
          </c:dLbls>
          <c:cat>
            <c:strRef>
              <c:f>Sheet1!$A$2:$A$5</c:f>
              <c:strCache>
                <c:ptCount val="4"/>
                <c:pt idx="0">
                  <c:v>k = 1</c:v>
                </c:pt>
                <c:pt idx="1">
                  <c:v>k = 3</c:v>
                </c:pt>
                <c:pt idx="2">
                  <c:v>k = 5</c:v>
                </c:pt>
                <c:pt idx="3">
                  <c:v>k = 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70</c:v>
                </c:pt>
                <c:pt idx="2">
                  <c:v>80</c:v>
                </c:pt>
                <c:pt idx="3">
                  <c:v>75</c:v>
                </c:pt>
              </c:numCache>
            </c:numRef>
          </c:val>
        </c:ser>
        <c:dLbls>
          <c:showVal val="1"/>
        </c:dLbls>
        <c:axId val="69656960"/>
        <c:axId val="69658496"/>
      </c:barChart>
      <c:catAx>
        <c:axId val="69656960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69658496"/>
        <c:crosses val="autoZero"/>
        <c:auto val="1"/>
        <c:lblAlgn val="ctr"/>
        <c:lblOffset val="100"/>
        <c:noMultiLvlLbl val="1"/>
      </c:catAx>
      <c:valAx>
        <c:axId val="69658496"/>
        <c:scaling>
          <c:orientation val="minMax"/>
          <c:max val="90"/>
          <c:min val="0"/>
        </c:scaling>
        <c:axPos val="l"/>
        <c:majorGridlines>
          <c:spPr>
            <a:ln w="1270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69656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정답률(%)</c:v>
                </c:pt>
              </c:strCache>
            </c:strRef>
          </c:tx>
          <c:spPr>
            <a:solidFill>
              <a:srgbClr val="D2891F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6243D"/>
                    </a:solidFill>
                    <a:latin typeface="맑은 고딕"/>
                  </a:defRPr>
                </a:pPr>
                <a:endParaRPr lang="ko-KR"/>
              </a:p>
            </c:txPr>
            <c:showVal val="1"/>
          </c:dLbls>
          <c:cat>
            <c:strRef>
              <c:f>Sheet1!$A$2:$A$4</c:f>
              <c:strCache>
                <c:ptCount val="3"/>
                <c:pt idx="0">
                  <c:v>프롬프트 v1</c:v>
                </c:pt>
                <c:pt idx="1">
                  <c:v>프롬프트 v2</c:v>
                </c:pt>
                <c:pt idx="2">
                  <c:v>프롬프트 v3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numCache>
            </c:numRef>
          </c:val>
        </c:ser>
        <c:dLbls>
          <c:showVal val="1"/>
        </c:dLbls>
        <c:axId val="66995712"/>
        <c:axId val="66997248"/>
      </c:barChart>
      <c:catAx>
        <c:axId val="66995712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66997248"/>
        <c:crosses val="autoZero"/>
        <c:auto val="1"/>
        <c:lblAlgn val="ctr"/>
        <c:lblOffset val="100"/>
        <c:noMultiLvlLbl val="1"/>
      </c:catAx>
      <c:valAx>
        <c:axId val="66997248"/>
        <c:scaling>
          <c:orientation val="minMax"/>
          <c:max val="100"/>
          <c:min val="0"/>
        </c:scaling>
        <c:axPos val="l"/>
        <c:majorGridlines>
          <c:spPr>
            <a:ln w="1270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66995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14차시 성능 비교 실습입니다. 지금까지 배운 설정값들을 어떻게 정할지, 감이 아니라 측정으로 결정하는 방법을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파란 카드 3개는 실험 설계, 주황 카드 3개는 판단과 기록입니다.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특정 단계가 아니라 전 단계의 설정값을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체중계 비유로 직관을 만듭니다. RAG의 체중계는 정답률입니다.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수강생 대부분이 겪어본 상황입니다. 공감을 끌어낸 뒤 원칙으로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통제 변인과 조작 변인의 구분이 오늘의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네 가지를 지키지 않으면 실험이 아니라 시행착오입니다.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번에 하나만 바꾸는 것이 왜 결국 빠른지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순서를 시각적으로 각인시킵니다. 이긴 값을 고정하고 다음으로 넘어가는 흐름입니다.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chunk가 클수록 좋을 것 같지만 아니라는 점을 짚어주세요.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k를 무작정 올리면 안 되는 이유 — 노이즈 증가를 설명하세요.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+10%p라도 비용이 다르다는 점이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 한 장으로 설명할 수 있게 되는 것이 오늘의 성과입니다.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 판단 기준의 우선순위를 명확히 제시하세요.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config에 주석으로 근거를 남기는 습관을 강조하세요. 코드 자체보다 근거가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12차시 진단법으로 분류하고, 처방 차시를 연결해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무리하게 100%를 추구하지 않는 판단력을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번씩 다 겪는 실수들입니다. 체크리스트처럼 읽어주세요.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안내 전에 스스로 점검하게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15차시로 자연스럽게 연결합니다.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핵심 메시지로 마무리합니다. 증명 가능성이 실력입니다.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14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</a:t>
            </a: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5400" b="1" dirty="0" err="1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</a:t>
            </a:r>
            <a:r>
              <a:rPr lang="en-US" sz="5400" b="1" dirty="0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감이 아니라 숫자로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측정할 수 없으면 개선할 수 없습니다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실험의 4원칙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제대로 된 실험과 시행착오를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가르는 기준을 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 측정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개선을 주장하려면 먼저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출발점을 기록해야 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 하나씩 바꾸기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 · k · 프롬프트를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차례로 분리해 측정한다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정답률과 비용 함께 보기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점수라면 싸고 빠른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설정이 낫다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남기는 기록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값인지 설명할 수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상태로 만든다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실패 분석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고치는 실패를 분류해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단계로 넘긴다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5단계 전체를 대상으로 튜닝합니다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 배운 설정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2286000"/>
            <a:ext cx="1883664" cy="1645920"/>
          </a:xfrm>
          <a:prstGeom prst="roundRect">
            <a:avLst>
              <a:gd name="adj" fmla="val 222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2706624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3697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87752" y="30083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9504" y="2286000"/>
            <a:ext cx="1883664" cy="1645920"/>
          </a:xfrm>
          <a:prstGeom prst="roundRect">
            <a:avLst>
              <a:gd name="adj" fmla="val 222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89504" y="2706624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889504" y="323697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55464" y="30083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57216" y="2286000"/>
            <a:ext cx="1883664" cy="1645920"/>
          </a:xfrm>
          <a:prstGeom prst="roundRect">
            <a:avLst>
              <a:gd name="adj" fmla="val 222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2706624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157216" y="323697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23176" y="30083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24928" y="2286000"/>
            <a:ext cx="1883664" cy="1645920"/>
          </a:xfrm>
          <a:prstGeom prst="roundRect">
            <a:avLst>
              <a:gd name="adj" fmla="val 222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24928" y="2706624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424928" y="323697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 · 임계값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90888" y="30083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2640" y="2286000"/>
            <a:ext cx="1883664" cy="1645920"/>
          </a:xfrm>
          <a:prstGeom prst="roundRect">
            <a:avLst>
              <a:gd name="adj" fmla="val 222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92640" y="2706624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323697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434840"/>
            <a:ext cx="10817352" cy="1600200"/>
          </a:xfrm>
          <a:prstGeom prst="roundRect">
            <a:avLst>
              <a:gd name="adj" fmla="val 2286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43000" y="4700016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값은 많고, 정답은 문서마다 다릅니다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5138928"/>
            <a:ext cx="9902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 300이 옳다고 말해주는 교과서는 없습니다. 내 문서에서 재봐야 압니다.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이 값들을 하나씩 바꿔가며 측정하고, 근거를 갖고 확정하는 방법을 배웁니다.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감으로 튜닝하면 무슨 일이 벌어지나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084832"/>
            <a:ext cx="530352" cy="530352"/>
          </a:xfrm>
          <a:prstGeom prst="ellipse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2157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체중계 없는 다이어트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999232"/>
            <a:ext cx="4453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"살이 좀 빠진 것 같은데?"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효과가 있었는지 모르고,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늘어도 원인을 되짚을 수 없습니다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5352" y="1719072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084832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87768" y="2157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정답률이라는 체중계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2999232"/>
            <a:ext cx="4453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12차시에서 만든 질문 20개로 매번 잽니다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설정이 효과 있었는지 알고,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나빠지면 어디로 돌아갈지 압니다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816352"/>
            <a:ext cx="301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85800" y="47548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50977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측정할 수 없으면 개선할 수 없습니다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REAL PROBLEMS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감으로 튜닝한 일주일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5257800" cy="1353312"/>
          </a:xfrm>
          <a:prstGeom prst="roundRect">
            <a:avLst>
              <a:gd name="adj" fmla="val 270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01952"/>
            <a:ext cx="457200" cy="457200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20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chunk_size를 300으로 줄여볼까?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3408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좋아진 것 같다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627632"/>
            <a:ext cx="5257800" cy="1353312"/>
          </a:xfrm>
          <a:prstGeom prst="roundRect">
            <a:avLst>
              <a:gd name="adj" fmla="val 270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901952"/>
            <a:ext cx="457200" cy="457200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51192" y="1920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k도 5로 올려볼까?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251192" y="23408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어제보다 나은가? 모르겠다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5257800" cy="1353312"/>
          </a:xfrm>
          <a:prstGeom prst="roundRect">
            <a:avLst>
              <a:gd name="adj" fmla="val 270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3401568"/>
            <a:ext cx="457200" cy="457200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9848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34198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프롬프트도 고쳐볼까?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840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이제 뭐가 뭔지 모르겠다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3127248"/>
            <a:ext cx="5257800" cy="1353312"/>
          </a:xfrm>
          <a:prstGeom prst="roundRect">
            <a:avLst>
              <a:gd name="adj" fmla="val 270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3401568"/>
            <a:ext cx="457200" cy="457200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51192" y="34198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월요일이 나았던 것 같은데...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251192" y="3840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그때 설정이 뭐였지?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47548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0977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금요일 — 원점 복귀.  남은 것은 기록도 근거도 없는 일주일입니다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2763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627632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전 현재 상태의 성능. 모든 비교의 출발점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377440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7744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통제 변인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37744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중에 바꾸지 않고 고정해두는 조건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 변인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127248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실험에서 바꿔보는 딱 하나의 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877056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7705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3877056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질문 중 올바르게 답한 비율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626864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62686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비용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4626864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하나를 처리하는 데 든 토큰 수. 비용·속도와 직결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5376672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7667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재현성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5376672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조건으로 다시 돌렸을 때 같은 결과가 나오는 성질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 PRINCIPLES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실험의 4가지 원칙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5257800" cy="2048256"/>
          </a:xfrm>
          <a:prstGeom prst="roundRect">
            <a:avLst>
              <a:gd name="adj" fmla="val 1786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56816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56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64792" y="2029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하나만 바꾼다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8163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개를 동시에 바꾸면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효과였는지 알 수 없습니다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1627632"/>
            <a:ext cx="5257800" cy="2048256"/>
          </a:xfrm>
          <a:prstGeom prst="roundRect">
            <a:avLst>
              <a:gd name="adj" fmla="val 1786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956816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1956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24344" y="2029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 세트를 쓴다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28163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바뀌면 설정이 좋아진 건지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쉬워진 건지 구분이 안 됩니다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3913632"/>
            <a:ext cx="5257800" cy="2048256"/>
          </a:xfrm>
          <a:prstGeom prst="roundRect">
            <a:avLst>
              <a:gd name="adj" fmla="val 1786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4242816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9848" y="4242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764792" y="4315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기준선을 먼저 잰다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" y="51023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비교할 출발점이 없으면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개선을 주장할 수 없습니다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3913632"/>
            <a:ext cx="5257800" cy="2048256"/>
          </a:xfrm>
          <a:prstGeom prst="roundRect">
            <a:avLst>
              <a:gd name="adj" fmla="val 1786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4242816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4242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24344" y="4315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기록한다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647688" y="51023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되돌릴 수 있고, 설명할 수 있고,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실험을 반복하지 않습니다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PRINCIPLE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하나만 바꾼다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084832"/>
            <a:ext cx="530352" cy="530352"/>
          </a:xfrm>
          <a:prstGeom prst="ellipse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2157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셋을 한꺼번에 바꾸면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926080"/>
            <a:ext cx="4453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A :  chunk 500 · k 3 · v2   →  60%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B :  chunk 300 · k 5 · v3   →  80%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3675888"/>
            <a:ext cx="4453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"20%p 올랐다!" 그런데 무엇 때문에?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다른 문서에 적용할 때 재현되지 않습니다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2084832"/>
            <a:ext cx="530352" cy="53035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87768" y="2157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분리해서 재면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47688" y="2852928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 :  chunk 500 · k 3 · v2      →  60%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A :  chunk만 300으로            →  68%   (+8%p)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B :  거기서 k만 5로               →  72%   (+4%p)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C :  거기서 v3만 적용             →  85%   (+13%p)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47688" y="4114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어느 값이 얼마나 기여했는지 숫자로 남습니다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93776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1892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시간이 더 걸려 보여도, 결국 이 방법이 가장 빠릅니다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실험은 이 순서로 진행합니다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2103120"/>
            <a:ext cx="1883664" cy="1645920"/>
          </a:xfrm>
          <a:prstGeom prst="roundRect">
            <a:avLst>
              <a:gd name="adj" fmla="val 222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2523744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305409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설정 측정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87752" y="28254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89504" y="2103120"/>
            <a:ext cx="1883664" cy="1645920"/>
          </a:xfrm>
          <a:prstGeom prst="roundRect">
            <a:avLst>
              <a:gd name="adj" fmla="val 222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9504" y="2523744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305409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55464" y="28254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57216" y="2103120"/>
            <a:ext cx="1883664" cy="1645920"/>
          </a:xfrm>
          <a:prstGeom prst="roundRect">
            <a:avLst>
              <a:gd name="adj" fmla="val 222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57216" y="2523744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157216" y="305409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23176" y="28254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2103120"/>
            <a:ext cx="1883664" cy="1645920"/>
          </a:xfrm>
          <a:prstGeom prst="roundRect">
            <a:avLst>
              <a:gd name="adj" fmla="val 222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24928" y="2523744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424928" y="305409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90888" y="28254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0" y="2103120"/>
            <a:ext cx="1883664" cy="1645920"/>
          </a:xfrm>
          <a:prstGeom prst="roundRect">
            <a:avLst>
              <a:gd name="adj" fmla="val 222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92640" y="2523744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305409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config 기록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3913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이긴 값을 고정한 채 다음 변수로 넘어갑니다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4434840"/>
            <a:ext cx="10817352" cy="1600200"/>
          </a:xfrm>
          <a:prstGeom prst="roundRect">
            <a:avLst>
              <a:gd name="adj" fmla="val 2286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43000" y="4700016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단계에서 지켜야 할 것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5138928"/>
            <a:ext cx="9902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20개는 실험 내내 고정  ·  조작 변인은 매 단계 딱 하나  ·  결과는 그때그때 표로 기록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chunk 설정은 인덱스를 재사용해 임베딩 비용을 아낍니다.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EXPERIMENT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chunk_size만 바꿔보면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691640"/>
          <a:ext cx="6400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91640"/>
            <a:ext cx="4096512" cy="2834640"/>
          </a:xfrm>
          <a:prstGeom prst="roundRect">
            <a:avLst>
              <a:gd name="adj" fmla="val 129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90688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 300이 가장 좋음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90688" y="2542032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  60% → 70%  (+10%p)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토큰  840 → 560  (33% 절감)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너무 작으면 문맥이 끊기고,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너무 크면 노이즈가 섞입니다.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484632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0977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k와 프롬프트는 고정한 채 chunk_size만 움직였습니다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EXPERIMENT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chunk를 300으로 고정하고 k만 바꾸면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691640"/>
          <a:ext cx="6400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91640"/>
            <a:ext cx="4096512" cy="2834640"/>
          </a:xfrm>
          <a:prstGeom prst="roundRect">
            <a:avLst>
              <a:gd name="adj" fmla="val 129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90688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 = 5가 최고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90688" y="2542032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  70% → 80%  (+10%p)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토큰  560 → 890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k=8은 오히려 하락했습니다.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조각을 더 담을수록 노이즈도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들어오기 때문입니다.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484632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0977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많이 가져오는 것이 항상 더 나은 것은 아닙니다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EXPERIMENT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프롬프트만 바꾸면 — 비용 없는 개선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691640"/>
          <a:ext cx="6400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91640"/>
            <a:ext cx="4096512" cy="2834640"/>
          </a:xfrm>
          <a:prstGeom prst="roundRect">
            <a:avLst>
              <a:gd name="adj" fmla="val 129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90688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v3가 최고 · 가장 효율적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90688" y="2542032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  80% → 90%  (+10%p)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토큰  890 → 890  (변화 없음)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결과는 그대로인데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지시문만 다듬어서 얻은 개선입니다.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가성비가 가장 좋습니다.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484632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0977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프로젝트에서는 프롬프트부터 손보면 되겠다 — 이것이 재사용 가능한 지식입니다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종합 — 최종 비교표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4592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164592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6459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164592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토큰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921240" y="1645920"/>
            <a:ext cx="1581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212848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21284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221284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 500 / k 3 / v2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21284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21284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921240" y="2212848"/>
            <a:ext cx="1581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77977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880360" y="277977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 300 / k 3 / v2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77977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70%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277977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921240" y="2779776"/>
            <a:ext cx="1581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+10%p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3346704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334670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4670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 300 / k 5 / v2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334670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80%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092440" y="334670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890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921240" y="3346704"/>
            <a:ext cx="1581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+10%p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" y="3913632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51560" y="39136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 (최종)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880360" y="391363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 300 / k 5 / v3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391363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092440" y="391363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890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921240" y="3913632"/>
            <a:ext cx="1581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+10%p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85800" y="4526280"/>
            <a:ext cx="10817352" cy="1481328"/>
          </a:xfrm>
          <a:prstGeom prst="roundRect">
            <a:avLst>
              <a:gd name="adj" fmla="val 246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143000" y="475488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 → 90%  (+30%p),  토큰은 840 → 890으로 거의 그대로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" y="5230368"/>
            <a:ext cx="9902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 다 +10%p씩 기여했지만, 프롬프트 개선(v3)만 비용 증가 없이 얻은 개선이었습니다.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TRADE-OFF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정답률만 보고 판단하면 안 되는 이유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377440"/>
          </a:xfrm>
          <a:prstGeom prst="roundRect">
            <a:avLst>
              <a:gd name="adj" fmla="val 1538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56032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   85%</a:t>
            </a:r>
            <a:endParaRPr lang="en-US" sz="15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토큰   900</a:t>
            </a:r>
            <a:endParaRPr lang="en-US" sz="15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시간   40초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2377440"/>
          </a:xfrm>
          <a:prstGeom prst="roundRect">
            <a:avLst>
              <a:gd name="adj" fmla="val 153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B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56032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   85%</a:t>
            </a:r>
            <a:endParaRPr lang="en-US" sz="15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토큰   1,800</a:t>
            </a:r>
            <a:endParaRPr lang="en-US" sz="15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시간   62초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25196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점수라면 싸고 빠른 쪽입니다. 사용자는 62초를 기다려주지 않습니다.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47548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63040" y="49834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1순위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49834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49834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2순위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49834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속도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49834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3순위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49834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비용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44068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 차이가 3%p 이내라면 2 · 3순위로 결정합니다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결정에는 근거를 함께 적습니다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없는 숫자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06040"/>
            <a:ext cx="4453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TOP_K = 5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석 달 뒤의 나, 또는 새 팀원이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"왜 5지? 3이 기본 아닌가?" 하고 묻습니다.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손대지 못합니다.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있는 숫자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06040"/>
            <a:ext cx="4453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TOP_K = 5      # 3→5 : +10%p (k=8은 노이즈로 하락)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무엇을 기준으로, 얼마나 좋아져서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값이 되었는지가 한 줄에 남습니다.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누구든 다시 개선할 수 있습니다.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7548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0977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기록에 남길 것 :  날짜  ·  설정값  ·  기준선 대비 변화  ·  측정에 쓴 질문 수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REMAINING FAILURES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90%가 되어도 2건은 여전히 틀립니다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"반품하고 싶은데 언제까지 가능해요?"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5603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 :  검색 결과에 정답 조각이 아예 안 옴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:  검색 실패 — 표현 차이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88136" y="3520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 : 질의 재작성 (30차시)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5352" y="1719072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47688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"물건 바꾸려면 택배비 누가 내나요?"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47688" y="25603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 :  조각은 왔는데 조건 부분이 잘림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:  문맥 부족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3520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 : overlap 증가 또는 재순위 (33차시)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50977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지금 단계에서는 못 고칩니다.  3부에서 배울 구조적 기법이 필요합니다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 TO STOP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90%에서 멈추는 것이 정답일 때도 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3429000" cy="2103120"/>
          </a:xfrm>
          <a:prstGeom prst="roundRect">
            <a:avLst>
              <a:gd name="adj" fmla="val 173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임계값을 낮추면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060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환각이 늘어납니다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79976" y="1719072"/>
            <a:ext cx="3429000" cy="2103120"/>
          </a:xfrm>
          <a:prstGeom prst="roundRect">
            <a:avLst>
              <a:gd name="adj" fmla="val 173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45736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k를 늘리면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745736" y="26060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45736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노이즈가 늘어납니다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74152" y="1719072"/>
            <a:ext cx="3429000" cy="2103120"/>
          </a:xfrm>
          <a:prstGeom prst="roundRect">
            <a:avLst>
              <a:gd name="adj" fmla="val 173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39912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더 걸면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439912" y="26060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39912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과잉 거부가 늘어납니다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06908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지점부터는 하나를 얻으면 하나를 잃습니다. 그 지점을 알아채는 것도 실력입니다.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47548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0977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10%는 억지로 짜내지 않고, 3부의 구조적 개선으로 해결합니다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COMMON MISTAKES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실험할 때 자주 하는 실수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27632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2763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변수를 동시에 바꿈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62763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62763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하나씩만 바꿉니다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5915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359152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35915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매번 다른 질문으로 테스트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35915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35915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고정된 세트를 실험 내내 사용합니다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09067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3090672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09067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 없이 시작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309067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09067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설정을 먼저 재고 기록합니다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382219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3822192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82219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정답률만 보고 판단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382219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382219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· 시간을 함께 봅니다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" y="455371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4553712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55371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매번 인덱스를 새로 생성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455371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035040" y="455371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chunk 설정은 캐시해 재사용합니다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" y="528523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1560" y="5285232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528523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질문을 무시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0" y="528523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035040" y="528523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실패를 분류해야 다음을 압니다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0604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비교 실험 4가지 원칙을 말할 수 있다</a:t>
            </a:r>
            <a:endParaRPr lang="en-US" sz="13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왜 한 번에 하나만 바꿔야 하는지 안다</a:t>
            </a:r>
            <a:endParaRPr lang="en-US" sz="13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기준선이 왜 필요한지 안다</a:t>
            </a:r>
            <a:endParaRPr lang="en-US" sz="13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토큰 · 시간도 봐야 하는 이유를 안다</a:t>
            </a:r>
            <a:endParaRPr lang="en-US" sz="13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어느 지점부터 트레이드오프가 시작되는지 안다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0604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기준선을 측정하고 기록했다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chunk_size를 4가지로 비교했다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k를 4가지로 비교했다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프롬프트를 3가지로 비교했다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최종 비교표를 완성했다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결정과 근거를 함께 기록했다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남은 실패를 유형별로 분류했다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15차시 기본 RAG 앱 만들기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630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코드는 실험용 스크립트가 여기저기 흩어져 있습니다. 이제 남에게 보여줄 수 있는 형태로 정리합니다.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017520" cy="2468880"/>
          </a:xfrm>
          <a:prstGeom prst="roundRect">
            <a:avLst>
              <a:gd name="adj" fmla="val 1481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926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흩어진</a:t>
            </a:r>
            <a:endParaRPr lang="en-US" sz="17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스크립트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023360" y="3127248"/>
            <a:ext cx="731520" cy="256032"/>
          </a:xfrm>
          <a:prstGeom prst="rightArrow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2240280"/>
            <a:ext cx="1371600" cy="960120"/>
          </a:xfrm>
          <a:prstGeom prst="roundRect">
            <a:avLst>
              <a:gd name="adj" fmla="val 381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0" y="224028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2240280"/>
            <a:ext cx="1371600" cy="960120"/>
          </a:xfrm>
          <a:prstGeom prst="roundRect">
            <a:avLst>
              <a:gd name="adj" fmla="val 381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224028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indexer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20640" y="3429000"/>
            <a:ext cx="1371600" cy="960120"/>
          </a:xfrm>
          <a:prstGeom prst="roundRect">
            <a:avLst>
              <a:gd name="adj" fmla="val 381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34290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3429000"/>
            <a:ext cx="1371600" cy="960120"/>
          </a:xfrm>
          <a:prstGeom prst="roundRect">
            <a:avLst>
              <a:gd name="adj" fmla="val 381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34290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4572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파일로 구조화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03920" y="2011680"/>
            <a:ext cx="2999232" cy="2468880"/>
          </a:xfrm>
          <a:prstGeom prst="roundRect">
            <a:avLst>
              <a:gd name="adj" fmla="val 148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0" y="24688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검색 · 생성을 함수 하나로 감싸기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검색 결과가 없어도 죽지 않게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반복 질문이 가능한 인터페이스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983480"/>
            <a:ext cx="10817352" cy="1005840"/>
          </a:xfrm>
          <a:prstGeom prst="roundRect">
            <a:avLst>
              <a:gd name="adj" fmla="val 3636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2120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나눈 구조가 3부 Modular RAG의 밑그림이 됩니다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03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올렸다는 사실보다</a:t>
            </a:r>
            <a:endParaRPr lang="en-US" sz="40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올렸음을 증명할 수 있다는 것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실무에서 "성능을 개선했습니다"라고 말하면 반드시 "얼마나요?"라는 질문이 돌아옵니다.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표 하나를 보여줄 수 있는 사람과 "체감상 좋아졌어요"라고 말하는 사람은 완전히 다릅니다.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7548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기준선을 잡고, 하나씩 바꾸고, 기록한다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17550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시스템을 튜닝하든 원칙은 같습니다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1631</Words>
  <Application>Microsoft Office PowerPoint</Application>
  <PresentationFormat>사용자 지정</PresentationFormat>
  <Paragraphs>364</Paragraphs>
  <Slides>21</Slides>
  <Notes>21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14차시 성능 비교 실습</dc:title>
  <dc:subject>PptxGenJS Presentation</dc:subject>
  <dc:creator>이창현</dc:creator>
  <cp:lastModifiedBy>lch</cp:lastModifiedBy>
  <cp:revision>2</cp:revision>
  <dcterms:created xsi:type="dcterms:W3CDTF">2026-09-14T08:11:00Z</dcterms:created>
  <dcterms:modified xsi:type="dcterms:W3CDTF">2026-09-14T08:15:35Z</dcterms:modified>
</cp:coreProperties>
</file>