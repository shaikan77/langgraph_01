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25차시입니다. 생성 모듈을 독립시킵니다.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자가신고가 26차시 비용 절감으로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④가 27차시로 직결됩니다.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경계를 분명히 하면 설계가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12차시의 ③번 테스트와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insufficient와 has_citation이 오늘의 두 결과물입니다.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가지가 오늘 코드의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 검증의 1차 필터 재료를 생성 노드가 만들어줍니다.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반드시 검사하라고 강조하세요. 실제로 자주 발생합니다.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30차시 재검색 루프가 생기면 이런 호출이 여러 번 반복될 수 있어 더 중요해집니다.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계약표와 실제 반환값이 일치하는지 확인시키세요.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재생성이 헛돌지 않게 하는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33차시 최적화에서 이 구조가 다시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줄이 27차시에서 다시 문제가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인용 검증을 직접 돌려보게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 점검과 검증의 차이를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정직함이 성능이라는 메시지로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25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Node 분리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하겠으면 못 하겠다고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문장으로 바꾸는 번역기를 만듭니다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캡슐화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프롬프트·모델·파서를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 묶는다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자가신고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부실하면 부실하다고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알린다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기계 검증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번호를 코드로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버전 관리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A/B 비교와 롤백을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반영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시 실패 이유를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프롬프트에 넣는다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오류 처리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실패에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대비한다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SEPARATE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생성이 붙어 있으면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38528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바꿀 때마다 검색까지 재실행됩니다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 A/B 테스트가 느리고 비쌌던 이유입니다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017520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017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9077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교체하면 코드 여러 곳을 고칩니다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호출부가 흩어져 있기 때문입니다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89534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096512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9867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실패와 검색 실패를 구분할 수 없습니다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9867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"답이 이상하다"로만 보입니다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97433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175504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175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0657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재생성만 따로 시킬 수 없습니다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5065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재시도 루프를 만들 수 없습니다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89788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8293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생성을 독립시키면 이 네 가지가 모두 풀립니다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노드의 역할을 한마디로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문장으로 바꾸는 번역기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노드는 지식을 만들지 않습니다. 이미 확보된 근거를 사람이 읽을 문장으로 바꿉니다.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3657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좋으면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0416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3708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42900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3657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부실하면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0416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3708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부실하다고 말한다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0" y="342900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3657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40416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43708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없다고 말한다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더 찾는 것은 Retriever의 일, 맞는지 판단하는 것은 Verifier의 일입니다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 GENERATOR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생성 노드의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쓰는 노드가 아니라, 못 쓸 때를 정직하게 아는 노드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79476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부족한데 그럴듯하게 써내는 노드는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79392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좋은 게 아니라 위험한 것입니다.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그게 지어낸 답인지 알 수 없기 때문입니다.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548640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4864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12차시에서 배운 "모르면 모른다고 하는 것"이 여기서 코드가 됩니다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프롬프트·모델·파서를 하나로 묶어 외부에 감추는 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부족하다고 생성 노드가 스스로 신고하는 플래그.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has_citation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유효한 출처 번호가 들어 있는지 여부.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점검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자기 출력의 품질을 스스로 확인하는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반영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시 이전 검증 실패 이유를 프롬프트에 넣는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버전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v1·v2·v3처럼 이름을 붙여 관리하는 프롬프트.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POINTS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Node의 설계 포인트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근거만 사용하게 강제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 프롬프트 v3 규칙을 그대로 씁니다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자료만 · 일부만 있으면 그 부분만 · 추측 금지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신호를 남긴다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8620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"확인할 수 없습니다"가 포함되면 플래그를 켭니다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 Verifier가 이걸 보고 비용을 아낍니다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인용을 기계 검증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94106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있는가 + 존재하는 번호인가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2개인데 [3]이면 명백한 환각 신호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외부 파일로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50200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버전명을 붙여 보관하고 설정에서 고릅니다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실험과 롤백이 자유로워집니다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신호가 왜 중요한가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노드가 미리 알려주면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 = True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4612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"자료에서 확인할 수 없습니다"가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들어 있으면 켭니다.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 Verifier가 편해집니다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46888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부족은 검증할 필요도 없이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대상입니다.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심판을 부르지 않으니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절약됩니다.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 단계가 할 일을 앞 단계가 미리 줄여줍니다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CITATIONS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 — 두 가지를 함께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66928" cy="56692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있는가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근거 추적이 불가능합니다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4414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넣어도 안 붙는 경우가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520440"/>
            <a:ext cx="566928" cy="566928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존재하는 번호인가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2개인데 [3]을 인용했다면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85876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명백한 환각 신호입니다. 실제로 자주 발생합니다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93776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코드로 확인할 수 있는 일입니다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35838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답변에서 번호를 뽑아 근거 개수와 비교하면 끝입니다. LLM에게 물어볼 필요가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SKIP THE 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 LLM을 부르지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0건인데 LLM을 부르면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어차피 "자료에 없습니다"라고 답합니다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그런데 토큰 비용은 발생합니다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응답 시간도 2~3초 걸립니다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최악의 경우 지어낼 위험도 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이미 아는 사실입니다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1460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0건이라는 건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길이만 재면 알 수 있습니다.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LLM에게 물어볼 필요가 없습니다.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안내 메시지를 반환합니다.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판단할 수 있는 것은 LLM에게 묻지 않는다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노드가 남기는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답변 텍스트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761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보여줄 내용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자가신고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761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 1차 필터의 재료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8136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has_citation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인용이 유효한가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신호 감지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했는지 기록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경로 추적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23차시 계약표의 Generator 행이 그대로 코드가 됐습니다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시 이전 실패를 반영하기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다시 만들면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근거, 같은 프롬프트, 같은 모델.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temperature가 0이면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같은 답이 나옵니다.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재시도가 의미 없어집니다.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이유를 넣어주면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47688" y="2468880"/>
            <a:ext cx="445312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85432" y="2468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"이전 답변은 근거에 없는 내용을 포함했습니다"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24612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 Verifier가 남긴 reason을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프롬프트에 함께 넣습니다.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답이 나올 가능성이 생깁니다.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재생성 루프가 실제로 효과를 내려면 이 연결이 필요합니다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버전으로 관리하기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파일에 버전명으로 보관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87168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87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487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버전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88136" y="3054096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054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054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강화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88136" y="3621024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6210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36210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답변 허용 (현재)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한 줄로 전환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2487168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13차시 A/B 실험을 다시 돌릴 수 있습니다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성능이 떨어지면 이전 버전으로 되돌립니다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프로젝트마다 다른 버전을 쓸 수 있습니다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프롬프트도 코드처럼 관리하는 것입니다.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실험과 롤백이 자유로워집니다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안 붙는다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문자열에 번호가 실제로 들어갔는지 확인하세요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번호를 인용한다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신호입니다. 26차시 Verifier가 잡아냅니다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없는데도 LLM을 부른다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검사를 빠뜨렸습니다. 먼저 걸러내세요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재생성해도 같은 답이 나온다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실패 이유를 프롬프트에 안 넣었습니다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오류로 그래프가 중단된다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잡고 안내 메시지를 반환하세요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바꿨는데 반영 안 됨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설정의 버전 값을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검색과 생성을 나누는 이유 4가지를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생성 노드를 번역기로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좋은 생성 노드의 정의를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자가신고가 왜 비용을 아끼는지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인용 검증의 두 가지 기준을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생성 노드를 독립 모듈로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근거 부족 플래그를 구현했다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인용 번호를 코드로 검증했다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근거 0건이면 LLM을 건너뛰게 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프롬프트를 버전으로 분리했다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LLM 오류 처리를 넣었다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26차시 Verifier Node 설계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노드가 자기 점검을 하는데, 왜 검증 모듈이 또 필요할까요?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점검의 한계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형식만 봅니다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 4가지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것인가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검증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먼저, LLM 나중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답을 자기가 채점하면 관대해집니다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형식은 잘 보지만 내용이 맞는지는 후하게 봅니다. LLM도 똑같습니다.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역할을 분리한 심판이 필요합니다.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부족한데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그럴듯하게 써내는 것은 위험합니다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생성 노드는 못 할 때 못 한다고 말합니다. 근거가 없으면 LLM을 부르지도 않습니다.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번호가 유효한지 코드로 확인하고, 이상하면 신호를 남깁니다.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판단할 수 있는 것은 LLM에게 묻지 않습니다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원칙이 3부 내내 비용과 지연을 줄여줍니다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사용자 지정</PresentationFormat>
  <Paragraphs>276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25차시 Generator Node 분리</dc:title>
  <dc:subject>PptxGenJS Presentation</dc:subject>
  <dc:creator>이창현</dc:creator>
  <cp:lastModifiedBy>lch</cp:lastModifiedBy>
  <cp:revision>1</cp:revision>
  <dcterms:created xsi:type="dcterms:W3CDTF">2026-09-17T10:59:54Z</dcterms:created>
  <dcterms:modified xsi:type="dcterms:W3CDTF">2026-09-17T11:16:19Z</dcterms:modified>
</cp:coreProperties>
</file>