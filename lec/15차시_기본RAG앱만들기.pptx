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15차시입니다. 새 기능은 없습니다. 구조를 정리하는 차시입니다.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카드는 구조, 주황 카드는 실사용 품질입니다.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이사한 집에 상자를 아무 데나 둔 상태에 비유하면 잘 와닿습니다.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'바뀌는 이유가 다르면 다른 파일'이 오늘의 핵심 원칙입니다.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인터페이스가 오늘 가장 중요한 개념입니다.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사소한 처리가 실습에서 가장 많이 나오는 에러를 막아줍니다.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구조가 3부에서 노드로 나눌 때 그대로 힘이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실험 코드는 죽어도 되지만 앱은 안 됩니다. 이 차이를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반환 형식 통일이 나중에 State로 이어진다는 점을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이것이 관심사 분리의 실질적 이득입니다.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줄이 가장 자주 나오는 증상입니다.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잘 나눠두면 3부가 훨씬 쉬워진다는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고장 테스트까지 해봐야 진짜 완성입니다.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 변경 테스트가 구조를 검증하는 가장 빠른 방법입니다.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1부 마무리 차시로 자연스럽게 연결합니다.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구조의 가치를 한 번 더 강조하고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15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RAG 앱 만들기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코드를 제품으로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기능은 그대로, 구조만 바꿉니다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 모듈 분리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흩어진 파일을 네 개로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설정을 한 곳으로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값을 config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하나에 모은다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인터페이스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밖에서는 함수 하나만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부르면 되게 감싼다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오류가 나도 앱이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죽지 않게 만든다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질문 인터페이스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물어볼 수 있는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붙인다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 준비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분리 감각을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익힌다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폴더를 열어보면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14차시까지 쌓인 파일들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377440"/>
            <a:ext cx="4453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ingest.py        prepare.py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first_rag.py     indexer.py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retriever.py     diagnose.py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prompts.py       rag_v3.py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benchmark.py     compare_prompt.py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645920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상태의 문제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377440"/>
            <a:ext cx="4453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어느 파일을 실행해야 하는지 모릅니다</a:t>
            </a:r>
            <a:endParaRPr lang="en-US" sz="12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설정값이 여러 파일에 흩어져 있습니다</a:t>
            </a:r>
            <a:endParaRPr lang="en-US" sz="12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남에게 보여줄 수 없습니다</a:t>
            </a:r>
            <a:endParaRPr lang="en-US" sz="12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기능을 추가할 자리가 애매합니다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17차시부터 파일이 더 늘어납니다 — 그전에 뼈대를 잡아둡시다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MODULES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역할별로 딱 네 개면 충분합니다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73736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1737360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바뀌는 이유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591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config.py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35915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설정값만 보관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359152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튜닝할 때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9809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indexer.py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98094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로딩 · 분할 · 인덱싱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980944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형식이 바뀔 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602736"/>
            <a:ext cx="10817352" cy="566928"/>
          </a:xfrm>
          <a:prstGeom prst="roundRect">
            <a:avLst>
              <a:gd name="adj" fmla="val 64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60273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rag.py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360273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· 생성 로직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3602736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알고리즘이 바뀔 때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2245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app.py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422452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입력받고 출력하기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4224528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바뀔 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526280"/>
            <a:ext cx="10817352" cy="1463040"/>
          </a:xfrm>
          <a:prstGeom prst="roundRect">
            <a:avLst>
              <a:gd name="adj" fmla="val 25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473659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분리의 기준 — "이 파일은 언제 바뀌는가?"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193792"/>
            <a:ext cx="9902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튜닝하려면 config만, 화면을 바꾸려면 app만, 검색을 개선하려면 rag만 열면 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파일을 고치는데 다른 파일도 같이 고쳐야 한다면 분리가 잘못된 것입니다.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역할만 담당하는 독립된 파일.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관심사 분리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설정·데이터·로직·화면을 각각 나누는 설계 원칙.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진입점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프로그램이 시작되는 지점. 여기서는 app입니다.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인터페이스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외부에서는 함수 하나만 부르면 되도록 감추는 것.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오류가 나도 프로그램이 중단되지 않게 대비하는 것.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파이썬만으로 웹 화면을 만드는 라이브러리.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 FIRST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설정은 한 곳에만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14차시에서 근거를 갖고 정한 값들이 여기 모입니다. 튜닝은 이 파일만 열면 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257800" cy="1051560"/>
          </a:xfrm>
          <a:prstGeom prst="roundRect">
            <a:avLst>
              <a:gd name="adj" fmla="val 34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" y="19476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23500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· chunk_size · overlap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783080"/>
            <a:ext cx="5257800" cy="1051560"/>
          </a:xfrm>
          <a:prstGeom prst="roundRect">
            <a:avLst>
              <a:gd name="adj" fmla="val 34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47688" y="19476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· 저장소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47688" y="23500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모델명 · 인덱스 경로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017520"/>
            <a:ext cx="5257800" cy="1051560"/>
          </a:xfrm>
          <a:prstGeom prst="roundRect">
            <a:avLst>
              <a:gd name="adj" fmla="val 34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88136" y="31821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" y="35844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Top-K · 최소 점수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5352" y="3017520"/>
            <a:ext cx="5257800" cy="1051560"/>
          </a:xfrm>
          <a:prstGeom prst="roundRect">
            <a:avLst>
              <a:gd name="adj" fmla="val 34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47688" y="31821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47688" y="35844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· temperature · 프롬프트 버전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29768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452628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경로는 상대 경로 대신 절대 경로로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983480"/>
            <a:ext cx="9902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"data/manual.pdf" 같은 상대 경로는 어디서 실행하느냐에 따라 달라집니다.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루트에서 실행하면 파일을 못 찾고 에러가 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위치를 기준으로 경로를 만들면 실행 위치와 무관하게 항상 같은 곳을 가리킵니다.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DOOR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밖에서는 함수 하나만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함수들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468880"/>
            <a:ext cx="445312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4688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_search()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4688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검색만 담당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88136" y="3090672"/>
            <a:ext cx="445312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09067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_build_context()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09067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 조립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88136" y="3712464"/>
            <a:ext cx="445312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371246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_chain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71246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+ 모델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" y="4160520"/>
            <a:ext cx="4453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앞의 밑줄 = "내부용이니 신경 쓰지 마세요"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47688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외부에 노출하는 것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47688" y="2468880"/>
            <a:ext cx="445312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85432" y="24688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ask(question)  →  결과 딕셔너리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383280"/>
            <a:ext cx="4453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부르는 쪽은 이 함수 하나만 알면 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안에서 검색을 어떻게 하는지,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프롬프트가 몇 버전인지 몰라도 됩니다.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감출 것은 감추고, 하나만 열어둡니다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DON'T CRASH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코드와 앱의 가장 큰 차이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73736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없으면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173736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처리하면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04288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3042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질문 입력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30428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이상한 검색 실행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2304288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메시지 반환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87121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 0건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871216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오류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871216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"자료 없음" 반환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438144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43814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키 만료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43814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종료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3438144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메시지 반환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0050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끊김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400507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종료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4005072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메시지 반환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57200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5720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한도 초과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457200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종료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4572000"/>
            <a:ext cx="3273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메시지 반환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52578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앱은 어떤 상황에서도 죽으면 안 됩니다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ERROR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처리의 세 가지 원칙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2926080"/>
          </a:xfrm>
          <a:prstGeom prst="roundRect">
            <a:avLst>
              <a:gd name="adj" fmla="val 125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65960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5176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사용자에게는 친절한 메시지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74720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"RateLimitError: 429" 대신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"잠시 후 다시 시도해주세요"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01568" cy="2926080"/>
          </a:xfrm>
          <a:prstGeom prst="roundRect">
            <a:avLst>
              <a:gd name="adj" fmla="val 125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65960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5176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개발자에게는 진짜 원인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74720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로그에 실제 에러를 남깁니다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원인을 못 찾으면 고칠 수 없습니다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401568" cy="2926080"/>
          </a:xfrm>
          <a:prstGeom prst="roundRect">
            <a:avLst>
              <a:gd name="adj" fmla="val 125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65960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659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5176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 형식은 항상 같게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474720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성공이든 실패든 같은 구조로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부르는 쪽이 분기하지 않아도 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84632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0977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통일된 반환 딕셔너리가 18차시 State의 원형입니다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INTERFACE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화면은 얼마든지 붙일 수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817352" cy="868680"/>
          </a:xfrm>
          <a:prstGeom prst="roundRect">
            <a:avLst>
              <a:gd name="adj" fmla="val 421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19072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rag.ask(question)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926080"/>
            <a:ext cx="3401568" cy="1737360"/>
          </a:xfrm>
          <a:prstGeom prst="roundRect">
            <a:avLst>
              <a:gd name="adj" fmla="val 2105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318211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터미널 앱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639312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질문 · 출처 표시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404164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단순하고 빠름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926080"/>
            <a:ext cx="3401568" cy="1737360"/>
          </a:xfrm>
          <a:prstGeom prst="roundRect">
            <a:avLst>
              <a:gd name="adj" fmla="val 2105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318211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화면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639312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형태 · 이력 유지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404164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20줄이면 만들 수 있음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2926080"/>
            <a:ext cx="3401568" cy="1737360"/>
          </a:xfrm>
          <a:prstGeom prst="roundRect">
            <a:avLst>
              <a:gd name="adj" fmla="val 2105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3608" y="318211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서버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3639312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시스템 연동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404164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필요하면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89204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504748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 다 ask()를 부르기만 합니다 — 검색·생성 로직은 하나도 안 들어 있습니다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5449824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몇 개 만들든, 나중에 API 서버로 바꾸든 rag는 그대로입니다.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질문마다 인덱싱이 다시 돌아 느리다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169164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로드가 ask 함수 안에 있습니다. 모듈 최상단으로 빼세요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import 오류가 난다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240487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위치 문제입니다. 루트에서 실행하거나 절대 경로를 쓰세요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파일을 못 찾는다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311810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위치 기준의 절대 경로를 쓰세요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화면이 매번 인덱스를 다시 만든다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83133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캐싱을 적용하세요. 안 하면 입력할 때마다 재실행됩니다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에러가 나면 앱이 통째로 종료된다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454456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예외를 잡고 오류 메시지를 반환하세요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페이지가 출처에 여러 번 나온다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525780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중복을 제거해서 출력하세요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한 분리가 3부로 이어집니다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(15차시)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468880"/>
            <a:ext cx="44531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4688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_search()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4688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담당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88136" y="2962656"/>
            <a:ext cx="44531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296265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_build_context()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9626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 조립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88136" y="3456432"/>
            <a:ext cx="44531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34564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ask()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4564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+ 통합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88136" y="3950208"/>
            <a:ext cx="44531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25880" y="39502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검사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395020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cited 판정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1719072"/>
            <a:ext cx="5257800" cy="2834640"/>
          </a:xfrm>
          <a:prstGeom prst="roundRect">
            <a:avLst>
              <a:gd name="adj" fmla="val 129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1965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3부에서 (24~27차시)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47688" y="2468880"/>
            <a:ext cx="44531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85432" y="246888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Retriever Node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24688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24차시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47688" y="2962656"/>
            <a:ext cx="44531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85432" y="29626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Generator Node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372600" y="29626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25차시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47688" y="3456432"/>
            <a:ext cx="44531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85432" y="34564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Verifier Node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72600" y="3456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26차시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47688" y="3950208"/>
            <a:ext cx="445312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85432" y="39502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372600" y="395020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18차시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 감싸는 형태만 바뀔 뿐, 안의 내용은 오늘 만든 것 그대로입니다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왜 모듈로 나눠야 하는지 설명할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"바뀌는 이유가 다르면 다른 파일"을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단일 인터페이스의 이점을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반환 형식을 통일하는 이유를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설정을 한 파일에 모았다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경로 문제를 해결했다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인덱스 준비를 분리했다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함수 하나만 외부에 노출했다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오류 상황을 처리했다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검색 0건에도 앱이 죽지 않는다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반복 질문이 가능하다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93392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모듈 완성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 · indexer · rag · app을 만들고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동작을 확인하세요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93392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테스트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입력 · 없는 질문 · 잘못된 키 · 네트워크 끊김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경우 모두 안내가 나오고 계속 동작해야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401568" cy="2971800"/>
          </a:xfrm>
          <a:prstGeom prst="roundRect">
            <a:avLst>
              <a:gd name="adj" fmla="val 123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93392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93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974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변경 테스트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47472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Top-K만 3으로 바꿔보세요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파일을 안 고치고 반영되면 성공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3번이 통과하면 분리가 제대로 된 것입니다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16차시 1부 종합정리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드디어 1부의 마지막입니다. 2부로 넘어가기 전에 확실히 다지고 갑니다.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 총복습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1~15차시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93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백지 재구성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410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없이 그려보기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96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미니과제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3413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문서로 30분 안에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00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자가진단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 준비 확인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막히는 부분이 있다면 그 차시를 복습하고 2부로 넘어가세요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4개 모듈은 22차시에서 그래프로 이식됩니다.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지금 구조가 깔끔해야 그때 편합니다.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코드와 앱의 차이는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기능이 아니라 구조입니다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새로운 기능을 하나도 추가하지 않았습니다. 어제와 똑같은 답변이 나옵니다.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이제 남에게 건네줄 수 있습니다. 설정을 바꾸려면 한 파일만 열면 됩니다.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이 구조 감각이 3부에서 그대로 힘이 됩니다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노드를 나눌 때 오늘 한 고민을 다시 하게 됩니다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1부의 마지막 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1190</Words>
  <Application>Microsoft Office PowerPoint</Application>
  <PresentationFormat>사용자 지정</PresentationFormat>
  <Paragraphs>287</Paragraphs>
  <Slides>16</Slides>
  <Notes>16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15차시 기본 RAG 앱 만들기</dc:title>
  <dc:subject>PptxGenJS Presentation</dc:subject>
  <dc:creator>이창현</dc:creator>
  <cp:lastModifiedBy>Lenovo</cp:lastModifiedBy>
  <cp:revision>1</cp:revision>
  <dcterms:created xsi:type="dcterms:W3CDTF">2026-09-15T06:04:57Z</dcterms:created>
  <dcterms:modified xsi:type="dcterms:W3CDTF">2026-09-15T08:07:21Z</dcterms:modified>
</cp:coreProperties>
</file>