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19차시입니다. 거창해 보이는 '노드'의 실체는 평범한 함수입니다.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단독 테스트가 오늘 가장 실용적인 내용입니다.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평범한 파이썬 함수라는 점을 강조하면 겁을 덜 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자동차 정비 비유가 잘 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읽는 키/쓰는 키 개념이 뒤의 명세서로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짓기 테스트가 가장 실용적인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retriever가 아니라 retrieve입니다.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구간이 노드가 아니라는 점이 오늘의 중요한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retrieval_ok를 노드가 계산해두면 20차시 분기 함수가 단순해집니다.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손으로 이어보는 경험이 그래프 이해를 크게 돕습니다.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스키마에 grade, reason, tried_queries가 있으니 나중에 노드만 추가하면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하나로 설계 오류를 미리 잡을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줄이 20차시로 이어지는 중요한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과하게 쪼개는 것도 문제라는 균형을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21차시에서 이것을 그래프로 바꿉니다. 내용은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단독 실행까지 해봐야 21차시가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Edge의 힘을 미리 예고하세요.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조건을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19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그냥 함수입니다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받아 바뀐 부분을 돌려주는 함수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노드의 입출력 규약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받고 무엇을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돌려주는지 정확히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노드의 조건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기준으로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쪼갤까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경계선을 찾는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감각을 익힌다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노드로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함수를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개로 나눈다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테스트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없이 노드만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명세서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키와 쓰는 키를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A NODE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노드의 정의 — 딱 한 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받아서, 바뀐 부분을 딕셔너리로 돌려주는 함수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5257800" cy="1645920"/>
          </a:xfrm>
          <a:prstGeom prst="roundRect">
            <a:avLst>
              <a:gd name="adj" fmla="val 22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246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703320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클래스를 상속받을 필요 없음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특별한 데코레이터 필요 없음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정해진 이름 규칙 없음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3017520"/>
            <a:ext cx="5257800" cy="1645920"/>
          </a:xfrm>
          <a:prstGeom prst="roundRect">
            <a:avLst>
              <a:gd name="adj" fmla="val 222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246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이런 일이 가능합니다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703320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만들지 않고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하나만 직접 불러서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확인할 수 있습니다.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빠르고 · 원인이 명확하고 · 디버깅이 쉽습니다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SPLIT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ask()는 세 가지 일을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5564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 ask(question):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docs = 검색(question)          ① 검색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if not docs: return 안내       ② 분기 판단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answer = 생성(docs)            ③ 생성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154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덩어리로 두면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39312"/>
            <a:ext cx="4453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검색만 따로 테스트할 수 없습니다 (비용!)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중간에 검증을 끼워 넣기 어렵습니다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어디가 느린지 모릅니다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일부만 교체할 수 없습니다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292608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154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노드로 쪼개면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39312"/>
            <a:ext cx="4453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노드만 100번 돌려도 LLM 비용 0원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노드를 사이에 끼우기만 하면 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실행 시간을 각각 잴 수 있습니다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생성만 교체해도 나머지는 그대로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516636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303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브레이크 패드 하나 갈려고 엔진을 내릴 수는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받아 변경분을 딕셔너리로 반환하는 함수.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책임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노드는 한 가지 일만 한다는 설계 원칙.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함수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상태를 건드리지 않고 입력에만 의존하는 함수.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테스트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없이 노드 함수만 직접 호출해 검증하는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 / 쓰는 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State에서 꺼내 쓰는 값과 새로 채우는 값.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add_node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그래프에 노드를 이름과 함께 등록하는 메서드.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CONDITIONS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노드의 네 가지 조건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일만 한다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이름에 "~하고 ~하는"이 들어가면 쪼개세요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이름은 동사 하나로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입력은 State에서만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8620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변수에 의존하면 테스트가 어렵습니다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요청에도 안전해집니다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출력은 변경분만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9410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자기가 만든 결과만 반환합니다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키는 건드리지 않습니다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혼자서도 실행된다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502005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맨 아래에 단독 실행 블록을 둡니다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노드 하나만 검증합니다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기준으로 나누면 나중에 고치기 쉬운 그래프가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NAMING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붙여보면 알 수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29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쪼개야 할 이름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60320"/>
            <a:ext cx="44531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603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search_and_generate_node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8136" y="3200400"/>
            <a:ext cx="44531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2004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retrieve_and_verify_node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9136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"and"가 들어가면 두 가지 일을 하는 것입니다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2029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이름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47688" y="2560320"/>
            <a:ext cx="44531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85432" y="25603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retrieve_node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47688" y="3200400"/>
            <a:ext cx="44531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32004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generate_node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9136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동사 하나 — 무엇을 하는지 분명합니다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명사가 아니라 동사로 짓습니다 — 함수는 동작이니까요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 THE SEAMS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함수에서 경계선 찾기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구간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83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검색 → 기준 통과 조각 고르기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retrieve 노드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671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구간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조각이 없으면 안내 메시지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788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조건부 Edge (노드 아님!)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1729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흐름을 정하는 일은 Edge의 몫입니다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794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구간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794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 → 프롬프트 → 답변 생성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3794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generate 노드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78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800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구간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4800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번호를 뽑아 범위 확인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800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generate 안에 (26차시에 분리)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846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76072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7607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= 일을 하는 곳   ·   Edge = 어디로 갈지 정하는 곳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NODES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노드 세 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591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검색만 담당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7432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query, top_k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3649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scores, retrieval_ok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3708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판단은 하지 않습니다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3591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생성만 담당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27432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299923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question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3649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키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insufficient, has_citation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43708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 생성을 생략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36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3591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안내만 담당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7432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99923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3649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키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grade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43708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처리도 평범한 노드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12064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재료(retrieval_ok)는 노드가 미리 만들어둡니다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ALONE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없이 노드만 돌려보기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맨 아래에 단독 실행 블록을 두는 것을 습관으로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8600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한 줄로 그 노드 하나만 검증할 수 있습니다. 그래프를 만들 필요가 없습니다.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09067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예시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429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문서 : 3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: [0.73, 0.639, 0.489, 0.402, 0.351]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 : True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: [retrieve] '환불은 며칠 이내인가요?' → 3/5건 통과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80060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이어서 테스트하는 방법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1208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만들지 않아도 딕셔너리에 결과를 합쳐가며 이어 붙이면 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LangGraph가 하는 일도 결국 이것입니다. 손으로 해보면 그래프의 동작이 이해됩니다.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SPEC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명세서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719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7190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17190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322576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225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32257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query, top_k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3225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scores, retrieval_ok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32257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확보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question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926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insufficient, has_citation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926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작성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52958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5295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352958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documents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5295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grade, reason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52958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판정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330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41330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question, retries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1330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query, retries, tried_queries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개선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73659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47365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473659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736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grade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7365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마무리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07492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verify와 rewrite는 26·30차시에서 만듭니다 — 지금 적어두는 이유는 State 설계 검증입니다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THE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보고 확인할 세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66928" cy="56692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65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키를 두 노드가 쓰고 있지 않은가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423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answer를 generate와 fallback이 둘 다 씁니다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실행되지 않으므로 괜찮습니다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520440"/>
            <a:ext cx="566928" cy="566928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383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쓰는 키가 있는가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840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있다면 State에서 빼도 됩니다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불필요한 키는 혼란만 만듭니다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937760"/>
            <a:ext cx="566928" cy="566928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800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읽으려는데 아무도 안 채우는 키가 있는가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5257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있다면 실행 중 오류가 납니다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5257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초기값을 넣어두세요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생성을 한 노드에서 처리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69164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역할당 하나씩 나눕니다. 그래야 사이에 검증을 끼울 수 있습니다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안에서 전역 변수를 수정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40487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State에서 읽고 반환값으로만 전달합니다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아무것도 반환하지 않음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118104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딕셔너리를 반환합니다. 없으면 빈 딕셔너리라도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노드에서 다음에 갈 곳을 결정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83133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결정은 Edge의 몫입니다 (20차시)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안에서 인덱스를 매번 로드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45445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최상단에서 한 번만 로드하고 재사용합니다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44752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이름을 명사로 지음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525780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동사로 짓습니다. 함수는 동작이니까요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BIG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너무 커졌다면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쪼개야 할 신호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68880"/>
            <a:ext cx="4453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함수가 화면 한 장(약 40줄)을 넘는다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주석으로 구간을 나누고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반환하는 키가 5개를 넘는다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이름에 "and"나 "또는"이 들어간다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"이 부분만 테스트하고 싶은데" 생각이 든다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잘게 쪼개도 문제입니다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68880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10개를 넘어가면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파악이 어려워집니다.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그림이 복잡해지고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어디를 고쳐야 할지 헷갈립니다.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3~6개가 적당합니다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이어서 전체 흐름 확인하기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그래프는 안 만듭니다. 노드를 손으로 이어 전체가 도는지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34975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123237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호출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57677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State에 합침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7848" y="23911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1783080"/>
            <a:ext cx="3349752" cy="1417320"/>
          </a:xfrm>
          <a:prstGeom prst="roundRect">
            <a:avLst>
              <a:gd name="adj" fmla="val 2581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123237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분기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57677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Edge가 될 부분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51648" y="23911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1783080"/>
            <a:ext cx="334975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123237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또는 fallback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57677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State에 합침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58444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31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환불은 며칠 이내인가요?   →  [retrieve] 3/5건 통과  →  [generate] 87자 생성 (인용 정상)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대표이사 이름은?            →  [retrieve] 0/5건 통과  →  [fallback] 안내 메시지 반환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50474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한 일이 곧 그래프입니다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449824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호출 → add_node   ·   State 합치기 → LangGraph가 자동으로   ·   if문 → 조건부 Edge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노드가 그냥 함수라는 것을 이해했다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좋은 노드의 4가지 조건을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노드와 Edge의 역할 차이를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이름에 "and"가 들어가면 쪼개는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노드를 3~6개로 유지하는 것이 좋은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retrieve 노드를 만들고 단독 실행했다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generate 노드를 만들고 단독 실행했다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fallback 노드를 만들었다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노드를 손으로 이어 전체 흐름을 확인했다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 명세서를 표로 작성했다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20차시 Edge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노드라는 부품은 만들었습니다. 이제 조립도가 필요합니다.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Edge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다음으로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판단에 따라 갈림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· 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시작과 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되돌아가기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부품, 연결만 바꾸면 완전히 다른 시스템이 됩니다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노드 세 개는 하나도 안 고칩니다.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연결만 바꿔서 "무조건 답하는 시스템"과 "정직하게 안내하는 시스템"을 만들어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특별하지 않습니다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평범한 함수일 뿐입니다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클래스를 상속받을 필요도, 데코레이터도 필요 없습니다. State를 받아 바뀐 것을 돌려주면 됩니다.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그래프 없이도 하나씩 테스트할 수 있습니다. 이것이 오늘 배운 가장 실용적인 내용입니다.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역할당 하나씩 · State에서만 읽고 · 변경분만 반환 · 혼자서도 실행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가지를 지키면 나중에 고치기 쉬운 그래프가 됩니다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Microsoft Office PowerPoint</Application>
  <PresentationFormat>사용자 지정</PresentationFormat>
  <Paragraphs>319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19차시 Node 이해</dc:title>
  <dc:subject>PptxGenJS Presentation</dc:subject>
  <dc:creator>이창현</dc:creator>
  <cp:lastModifiedBy>Lenovo</cp:lastModifiedBy>
  <cp:revision>1</cp:revision>
  <dcterms:created xsi:type="dcterms:W3CDTF">2026-09-15T06:11:54Z</dcterms:created>
  <dcterms:modified xsi:type="dcterms:W3CDTF">2026-09-15T08:08:52Z</dcterms:modified>
</cp:coreProperties>
</file>