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18차시입니다. 여기가 흔들리면 노드도 Edge도 전부 흔들립니다.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 카드가 오늘의 실질적 결과물입니다.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노드가 늘어날수록 감당이 안 된다는 점을 체감시키세요.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노드가 같은 모양이 된다는 점이 핵심 이득입니다.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부분 반환과 Reducer가 오늘의 두 기둥입니다.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규칙 ②가 가장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규칙 덕분에 노드가 서로를 몰라도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question이 계속 살아 있다는 점을 꼭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실험으로 직접 비교해보게 하면 확실히 기억합니다.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카운터는 노드가 직접 +1해서 반환합니다.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스키마를 미리 잡아두면 26·30차시에서 고칠 일이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30차시 질의 재작성으로 이어지는 설계입니다.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초기화 함수를 만들어두는 습관이 에러를 크게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디버깅할 때 가장 먼저 쓰는 도구입니다.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실수는 증상이 늦게 나타나서 찾기 어렵습니다.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실습에서 가장 자주 나오는 오류입니다.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Reducer 비교 실험은 꼭 직접 돌려보게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State와 Node는 짝을 이루는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규칙을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18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노드들이 함께 쓰는 공책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설계가 곧 그래프 설계입니다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State가 필요한 이유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대신해주는지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설계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키가 필요한지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정한다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반환 규칙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값만 돌려주는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이해한다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덮어쓰지 않고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쌓는 방법을 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RAG용 State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3부까지 고려해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추적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변화를 눈으로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따라가는 법을 익힌다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WITHOUT 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인자로 주고받으면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20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3개일 때 — 아직 견딜 만합니다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6888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retrieve(query)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generate(docs, question)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show(answer, docs)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20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6개로 늘면 — 감당이 안 됩니다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395728"/>
            <a:ext cx="4453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rewrite(question, retries, prev_query, reason)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retrieve(query, top_k, category, min_score)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generate(docs, question, prompt_ver, retries)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verify(answer, docs, question, retries)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10817352" cy="2103120"/>
          </a:xfrm>
          <a:prstGeom prst="roundRect">
            <a:avLst>
              <a:gd name="adj" fmla="val 173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09651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인자 전달 방식의 네 가지 문제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553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인자 목록이 계속 길어집니다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45537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늘수록 감당이 안 됩니다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01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노드를 끼워 넣기 어렵습니다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49011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검증을 넣으면 앞뒤를 다 고쳐야 합니다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2486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값의 출처를 추적하기 어렵습니다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52486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만들어져 어디까지 갔는지 모릅니다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5961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분기에서 판단할 정보가 부족합니다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55961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함수에도 값을 따로 넘겨줘야 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NOTEBOOK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공유 공책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선생님이 한 공책을 쓴다면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— "주제: 어린왕자" 적음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— 주제를 확인하고 "삽화 완성" 추가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— 진행 상황 보고 "제출 완료" 적음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선생님이 몇 명이든 공책은 하나입니다.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선생님이 와도 공책만 보면 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방식 — 모든 노드가 똑같이 생겼습니다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87168"/>
            <a:ext cx="4453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retrieve(state)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generate(state)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verify(state)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rewrite(state)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몇 개 만들든 형태가 동일합니다.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바꿔도 함수는 안 고쳐도 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520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State가 바로 그 공책입니다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실행 내내 모든 노드가 함께 읽고 쓰는 데이터 묶음.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TypedDict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키가 어떤 타입인지 미리 선언하는 파이썬 문법.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반환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자신이 바꾼 키만 딕셔너리로 돌려주는 규칙.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키가 여러 번 반환될 때 합치는 방법을 정하는 함수.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Annotated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타입에 Reducer 같은 부가 정보를 붙이는 문법.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 어떤 키들이 있는지 정의한 설계도.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State의 동작 규칙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3852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딕셔너리다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578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실행 내내 살아 있습니다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9443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지날 때마다 내용이 채워집니다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193852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키만 반환한다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578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돌려주면 안 됩니다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9443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반환하지 않은 키는 그대로 유지됩니다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90448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3904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728216" y="39044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덮어쓰기다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" y="45445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키를 두 번 반환하면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49103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값이 사라집니다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5352" y="361188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90448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904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87768" y="39044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스키마로 미리 선언한다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45445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키가 있는지 먼저 정합니다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49103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오타를 줄이고 구조를 공유합니다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541264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가지만 알면 State 관련 버그의 대부분이 사라집니다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ONLY CHANGES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키만 반환한다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전체를 반환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60604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6700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state["documents"] = 검색결과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state      ← 전체를 돌려줌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52044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다른 키까지 덮어쓸 위험이 있습니다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무엇을 바꿨는지 코드만 봐서는 모릅니다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993392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바꾼 키만 반환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60604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6700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 = 검색(state["query"])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{"documents": docs}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52044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반환하지 않은 키는 이전 값 그대로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 노드가 무엇을 만드는지 한눈에 보입니다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"반환하지 않으면 유지된다" — 그래서 노드는 자기 일만 신경 쓰면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IT GROW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State가 자라나는 모습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지날 때마다 내용이 늘어납니다.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6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 invoke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40480" y="1947672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947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 question 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입력에 넣은 값만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73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실행 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840480" y="3273552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3273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 question, documents 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673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retrieve가 반환한 것이 합쳐졌습니다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599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실행 후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840480" y="4599432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4599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 question, documents, answer }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0932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question은 아무도 안 건드렸는데 살아 있습니다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760720"/>
            <a:ext cx="10817352" cy="502920"/>
          </a:xfrm>
          <a:prstGeom prst="roundRect">
            <a:avLst>
              <a:gd name="adj" fmla="val 727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7378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State에 모든 것이 쌓여 있습니다 — 이것이 실행 결과입니다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덮어쓰지 않고 쌓아야 할 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697480"/>
          </a:xfrm>
          <a:prstGeom prst="roundRect">
            <a:avLst>
              <a:gd name="adj" fmla="val 135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 없이 로그를 남기면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 →  {"log": ["검색 완료"]}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 →  {"log": ["생성 완료"]}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38328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: ['검색 완료', '생성 완료']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: ['생성 완료']        ← 덮어써짐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697480"/>
          </a:xfrm>
          <a:prstGeom prst="roundRect">
            <a:avLst>
              <a:gd name="adj" fmla="val 135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Reducer를 붙이면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앞부분 List[str]  → 이 키는 문자열 리스트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뒷부분 operator.add → 같은 키가 오면 더해라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38328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['검색 완료'] + ['생성 완료']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['검색 완료', '생성 완료']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리스트끼리 더하면 이어 붙습니다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WHICH KEYS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키에 Reducer를 쓸까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3736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37360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04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30428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(덮어쓰기)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04288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질문은 하나입니다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712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871216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(덮어쓰기)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87121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재검색하면 새것으로 교체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38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43814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(덮어쓰기)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38144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답변만 필요합니다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05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0050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 (누적)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005072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이력은 쌓아야 합니다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572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57200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 (누적)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572000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시도한 질의를 모두 기록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1389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513892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(덮어쓰기)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5138928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카운터는 최신값만 유효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07492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헷갈리는 지점 — retries에 Reducer를 붙이면 [1, 2, 3]처럼 리스트가 됩니다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RAG용 State 설계하기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00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00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원본 질문 (변경 금지)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75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0756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756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검색용 질문 (재작성 가능)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551176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5511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551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 · scores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5117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조각과 점수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026664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0266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0266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retrieval_ok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02666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 여부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502152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5021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결과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35021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answer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50215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답변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39776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39776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 · has_citation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9776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· 출처 포함 여부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453128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4531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44531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 · reason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4531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그 이유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4928616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492861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880360" y="49286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 · top_k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492861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횟수 · 검색 개수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404104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" y="54041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(누적)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880360" y="54041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 · tried_queries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40410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이력 · 시도한 질의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89788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쓸 키까지 미리 넣어둡니다 — 나중에 노드만 추가하면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question과 query를 나누는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 : "반품하고 싶은데 언제까지?"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127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— 계속 바뀔 수 있음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결과가 나쁘면 고쳐서 다시 검색합니다.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= "환불 신청 기한 규정"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88036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127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— 절대 안 바뀜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답변을 만들 때는 사용자가 실제로 물은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말에 답해야 하기 때문입니다.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= "반품하고 싶은데 언제까지?"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 합쳐두면 재작성할 때 원본이 사라집니다 — 30차시에서 빛을 발합니다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INITIAL 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초기값을 챙겨 넣기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State에 넣을 것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— 사용자 질문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— 처음엔 원본과 동일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retries — 0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 — 빈 리스트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tried_queries — 빈 리스트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흔한 실수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450592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query를 초기화하지 않는 것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노드가 query를 읽으려는데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없어서 오류가 납니다.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질문만 넣고 실행하면 바로 터집니다.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38912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5902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해결책 두 가지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02920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초기 State를 만드는 함수를 두고 거기서 모든 키를 채운다 (권장)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노드에서 읽을 때 기본값을 함께 지정한다 — query가 없으면 question을 쓰도록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흐름을 눈으로 추적하기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노드마다 로그 남기기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606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[retrieve] query='환불 규정은?' → 3건</a:t>
            </a:r>
            <a:endParaRPr lang="en-US" sz="11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[generate] 답변 87자 생성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584448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누적된 로그를 이어 붙이면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경로로 갔는지 한 줄로 요약됩니다.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단계별 보기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54203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retrieve 실행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documents = [...]  log = [...]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generate 실행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584448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노드가 실행됐고 무엇을 반환했는지</a:t>
            </a:r>
            <a:endParaRPr lang="en-US" sz="12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보입니다. 반환한 키만 나옵니다.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"바꾼 것만 반환한다"는 규칙이 눈에 보입니다 — 21차시에서 본격적으로 씁니다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DON'T MUTATE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직접 수정하면 안 되는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수정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60604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6700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state["documents"].append(새문서)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state["retries"] += 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52044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LangGraph가 변경을 인지 못 할 수 있습니다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Reducer가 적용되지 않습니다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병렬 실행될 때 충돌합니다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993392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값을 만들어 반환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60604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63347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{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"documents": 기존 + [새문서],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"retries": 기존 + 1 }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52044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LangGraph가 규칙대로 합쳐줍니다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Reducer가 정상 작동합니다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동시 실행에도 안전합니다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State는 읽기만 하고, 바꿀 것은 반환값으로 전달합니다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못 찾는 오류가 난다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State에 그 키를 안 넣었습니다. 초기화 함수를 쓰세요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로그가 마지막 것만 남는다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Reducer를 안 붙였습니다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노드에서 바꾼 값이 반영 안 된다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직접 수정했습니다. 딕셔너리로 반환하세요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키가 사라진다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전체를 반환했습니다. 바꾼 키만 반환하세요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카운터가 리스트로 나온다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카운터에 Reducer를 붙였습니다. 떼세요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키 오류가 난다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키를 선택 사항으로 두거나 초기값을 다 넣으세요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State를 공책 비유로 설명할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인자 전달 방식의 문제 4가지를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"바꾼 키만 반환한다"는 규칙을 이해했다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반환하지 않은 키가 유지되는 것을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Reducer가 필요한 키와 아닌 키를 구분한다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question과 query를 나누는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State를 정의했다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노드마다 State 변화를 출력해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Reducer 있을 때와 없을 때를 비교했다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RAG용 State를 설계했다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초기화 함수를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stream으로 단계별 흐름을 봤다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19차시 Node 이해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정했으니 이제 그 State를 다루는 노드를 만듭니다.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노드의 정의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함수입니다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노드의 조건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기준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쪼개기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ask()를 나누기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테스트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없이 검증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설계한 State가 그대로 노드의 입출력이 됩니다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어떤 키를 읽고 어떤 키를 쓰는지 표로 정리하게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표를 보면 설계가 맞는지 바로 확인됩니다.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설계가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 그래프 설계입니다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흔들리면 노드도 Edge도 전부 흔들립니다. 그래서 먼저, 제대로 설계합니다.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반대로 지금 3부까지 고려해 잡아두면, 나중에는 노드만 추가하면 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네 가지뿐입니다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딕셔너리 · 바꾼 키만 반환 · 기본은 덮어쓰기 · 스키마로 선언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Microsoft Office PowerPoint</Application>
  <PresentationFormat>사용자 지정</PresentationFormat>
  <Paragraphs>354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18차시 State 이해</dc:title>
  <dc:subject>PptxGenJS Presentation</dc:subject>
  <dc:creator>이창현</dc:creator>
  <cp:lastModifiedBy>Lenovo</cp:lastModifiedBy>
  <cp:revision>1</cp:revision>
  <dcterms:created xsi:type="dcterms:W3CDTF">2026-09-15T06:10:05Z</dcterms:created>
  <dcterms:modified xsi:type="dcterms:W3CDTF">2026-09-15T08:08:33Z</dcterms:modified>
</cp:coreProperties>
</file>