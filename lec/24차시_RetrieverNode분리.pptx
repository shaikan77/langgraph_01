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3부의 첫 코드 차시입니다. 검색부터 독립시킵니다.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 사유 구분이 30차시로 이어지는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3부에서 모듈을 나누는 순서에도 이유가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19차시 노드가 나쁘진 않지만 3부에서는 부족합니다.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fail_reason이 오늘 새로 추가되는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원칙 ②가 23차시 계약 규칙과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scores는 통과한 것만이 아니라 전체 후보를 담아야 디버깅에 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30차시 rewrite의 대상은 low_score뿐입니다.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작업이 30차시 해결의 전제가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이것이 옵션을 State로 받게 만든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넓게 찾되 결과를 검증하는 구조 — 그래서 26차시 Verifier가 함께 있어야 안전합니다.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확대 전략과 검증은 짝을 이룹니다.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18차시 State에 키만 추가하면 됩니다. 스키마를 미리 잡아둔 보상입니다.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이식 차시마다 회귀 테스트를 습관으로 만들게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23차시 계약표를 코드 안에도 남기는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줄이 30차시 재검색에서 다시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회귀 테스트까지 마쳐야 다음 차시가 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차시의 핵심 메시지를 미리 던져둡니다.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판단 재료라는 개념을 다시 짚고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24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 Node 분리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검색을 독립 부품으로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판단하지 않고, 판단 재료만 남깁니다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모듈로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State만으로 동작하게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옵션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중에 검색 설정을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조정한다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재료 남기기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점수와 신뢰도를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State에 기록한다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사유 구분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원인마다 처방이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다르기 때문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 확대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시 더 넓게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전략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입출력 명세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계약을 문서로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남긴다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검색을 가장 먼저 독립시킬까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371600"/>
          </a:xfrm>
          <a:prstGeom prst="roundRect">
            <a:avLst>
              <a:gd name="adj" fmla="val 2667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7452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12차시에서 배운 것을 기억하세요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8600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"검색된 조각 안에 정답이 있는가?"    있는데 틀렸다 → 생성 문제    /    없다 → 검색 문제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0040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문제의 70% 이상이 검색 단계에서 시작됩니다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45720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8463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자주 손보는 곳을 가장 먼저 독립시킵니다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WHAT'S MISSING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19차시 노드의 아쉬운 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38528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38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방식을 바꿀 수 없습니다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similarity만 씁니다. MMR로 전환이 불가능합니다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1635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017520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017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907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시 전략을 바꿀 수 없습니다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907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k로 다시 찾으면 같은 결과가 나옵니다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9534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096512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096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986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사유를 구분하지 않습니다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9867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"결과 0건"과 "점수 미달"은 처방이 다릅니다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7433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5175504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175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0657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처리가 없습니다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0657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오류가 나면 그래프 전체가 중단됩니다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897880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8293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네 가지를 보완합니다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모듈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변수 없이 State만으로 동작하는 노드.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retrieval_ok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쓸 만한 결과를 냈는지 나타내는 불리언.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scores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조각의 유사도 점수 목록. 판단 근거로 씁니다.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옵션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중에 State로 전달받아 바뀌는 검색 설정.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 확대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시 k를 늘려 더 넓게 찾는 전략.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왜 실패했는지 구분해 기록한 값.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PRINCIPLES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Retriever Node의 설계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State에서만 입력받는다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 설정에 의존하면 실행 중에 k를 바꿀 수 없습니다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221992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State에서 읽되 기본값은 설정 파일에서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재료를 남긴다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8620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가져오는 것만이 역할이 아닙니다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330098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결과를 믿어도 되는가"를 함께 남깁니다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결과를 에러로 만들지 않는다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9410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0건은 정상적인 상황입니다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37997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목록을 반환하고 실패로 표시만 합니다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혼자서도 실행된다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50200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없이 딕셔너리 하나만 주면 동작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4589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디버깅과 A/B 테스트가 쉬워집니다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판단하지 않고, 판단 재료만 남깁니다 — 판단은 Router의 일입니다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노드가 남기는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395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통과한 조각들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761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노드가 근거로 씁니다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scores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3957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후보의 점수 목록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7614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디버깅과 판단에 씁니다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88136" y="3630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retrieval_ok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" y="4087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통과했는가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4453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Router가 경로를 정할 때 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45352" y="3429000"/>
            <a:ext cx="5257800" cy="1463040"/>
          </a:xfrm>
          <a:prstGeom prst="roundRect">
            <a:avLst>
              <a:gd name="adj" fmla="val 25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7688" y="36301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4087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실패했다면 왜인가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4453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처방을 나누는 기준이 됩니다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정보가 없으면 Router가 아무 판단도 할 수 없습니다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REASONS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사유를 구분하는 이유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719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71907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처방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128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empty_query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21284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질의가 비어 있음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2128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재입력 요청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066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search_error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70662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· 시스템 오류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70662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fallback으로 안전 종료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no_result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2004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인덱스에 아무것도 없음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20040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재생성 필요 (설정 문제)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941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36941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가져왔지만 점수 미달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69417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 후 재검색 (30차시)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8795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1879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(빈 문자열)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1879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18795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generate로 진행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95604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low_score와 no_result는 다릅니다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4924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no_result는 질문을 바꿔도 소용없습니다. low_score는 질문을 바꾸면 찾을 수 있습니다.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둘을 구분하지 않으면 "인덱스가 비었는데 질문만 계속 바꾸는" 헛수고가 생깁니다.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MISSING PIECE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14차시의 남은 실패를 떠올려보세요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 언제까지 가능해요?"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1821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점수 0.412 (기준 0.47 미달)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문서에는 "환불"이라고 적혀 있습니다.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fail_reason = "low_score"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297180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1821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남긴 이 한 줄이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61188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30차시에서 "환불 신청 기한"으로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재검색하는 길을 열어줍니다.</a:t>
            </a: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endParaRPr lang="en-US" sz="12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2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점수 0.412 → 0.75 → 해결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206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실패를 그냥 실패로 두지 않고, 왜 실패했는지 남깁니다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 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테스트 — 여섯 가지 케이스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190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171907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71907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2128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환불은 며칠 이내인가요?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1284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3건 · ok=True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21284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066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0662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0건 · ok=False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706624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  ← 30차시 대상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2004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대표이사가 누구인가요?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2004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0건 · ok=False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200400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low_score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941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(빈 질의)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6941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0건 · ok=False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69417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empty_query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8795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1879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규정  (top_k=10)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1879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5건 · ok=True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18795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80060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495604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번째 케이스를 주목하세요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34924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10으로 올렸더니 통과 조각이 3개 → 5개로 늘었습니다.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부족할 때 State로 k를 늘려 재검색하면 더 많은 근거를 얻을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WIDEN GRADUALLY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 확대 전략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재검색할 때 같은 조건으로 다시 찾으면 당연히 같은 결과입니다. 조건을 바꿔야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75564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556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min_score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75564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286000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286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 (최초)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2860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28600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0.47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28600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것만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8163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8163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8163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81635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넓게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346704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334670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2회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880360" y="334670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34670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0.37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346704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넓게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8770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3회 이상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880360" y="3877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8770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0.30 (하한)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387705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더는 내리지 않음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466344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43000" y="484632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하한을 반드시 두세요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257800"/>
            <a:ext cx="9902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하한이 없으면 재시도가 반복될수록 임계값이 0에 가까워집니다. 아무 문서나 통과하게 됩니다.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"찾을 때까지 기준을 낮춘다"는 위험한 전략입니다. 차라리 "못 찾았습니다"가 낫습니다.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넓게 찾을 때의 득실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29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얻는 것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53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차이로 놓친 문서를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잡아낼 수 있습니다.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"반품"으로 물어도 "환불" 문단을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찾아낼 가능성이 생깁니다.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29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잃는 것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60320"/>
            <a:ext cx="4453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노이즈가 섞일 위험이 커집니다.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조각이 근거에 들어가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흐려질 수 있습니다.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10817352" cy="1280160"/>
          </a:xfrm>
          <a:prstGeom prst="roundRect">
            <a:avLst>
              <a:gd name="adj" fmla="val 285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8006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26차시 Verifier가 함께 있어야 안전합니다 — 넓게 찾되, 결과를 검증하는 구조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KEYS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State에 추가되는 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841248"/>
          </a:xfrm>
          <a:prstGeom prst="roundRect">
            <a:avLst>
              <a:gd name="adj" fmla="val 434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fail_reason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73736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사유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73736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Router가 처방을 나눌 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724912"/>
            <a:ext cx="1081735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72491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24912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72491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개수 (동적)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72491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시 넓히기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712464"/>
            <a:ext cx="10817352" cy="841248"/>
          </a:xfrm>
          <a:prstGeom prst="roundRect">
            <a:avLst>
              <a:gd name="adj" fmla="val 434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712464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search_type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712464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712464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 (동적)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712464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similarity ↔ MMR 전환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700016"/>
            <a:ext cx="1081735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70001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min_score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700016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float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470001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(동적)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70001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 시 낮추기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5669280"/>
            <a:ext cx="10817352" cy="502920"/>
          </a:xfrm>
          <a:prstGeom prst="roundRect">
            <a:avLst>
              <a:gd name="adj" fmla="val 727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6692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동적 옵션은 None이면 설정 파일의 기본값을 씁니다 — 평소에는 건드릴 필요가 없습니다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SAME RESULT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22차시와 결과가 같아야 정상입니다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1325880"/>
          </a:xfrm>
          <a:prstGeom prst="roundRect">
            <a:avLst>
              <a:gd name="adj" fmla="val 275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38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기능을 추가한 게 아니라 정보를 더 남긴 것입니다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9572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품질은 그대로여야 합니다. 달라졌다면 옮기는 과정에서 뭔가 빠진 것입니다.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10817352" cy="1508760"/>
          </a:xfrm>
          <a:prstGeom prst="roundRect">
            <a:avLst>
              <a:gd name="adj" fmla="val 242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45643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그럼 무엇이 달라졌나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858768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검색 옵션을 실행 중에 바꿀 수 있게 됐습니다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실패 사유가 구분되어 기록됩니다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인덱스 오류가 나도 그래프가 중단되지 않습니다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테스트를 다시 돌려 답변이 그대로인지 확인하세요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입출력 명세를 남기면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8424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74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사람이 이 모듈을 쓸 수 있습니다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29514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안 읽어도 무엇이 오가는지 압니다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03580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926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교체할 때 기준이 됩니다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4670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검색으로 바꿔도 명세만 지키면 OK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8620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08736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테스트를 짤 수 있습니다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39826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"fail_reason이 5가지 중 하나인가" 같은 검증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513892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5029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나중의 내가 고마워합니다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44982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석 달 뒤에 이 코드를 다시 볼 때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파일 상단에 읽는 키·쓰는 키·실패 사유를 주석으로 남겨두세요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MMR로 바꿨더니 점수가 전부 비었다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6916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MMR은 점수를 주지 않습니다. 임계값 필터를 건너뛰도록 처리하세요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top_k를 State에 넣었는데 반영 안 됨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4048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넣으면 거짓값이라 무시됩니다. 기본값 처리 방식을 확인하세요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재시도해도 결과가 똑같다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1181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k나 임계값을 안 바꿨습니다. 점진적 확대를 적용하세요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질문에 low_score가 나온다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83133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임계값이 너무 높습니다. 9차시 방법으로 다시 측정하세요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오류로 그래프가 중단된다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45445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예외를 잡고 fail_reason에 기록하세요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점수가 통과한 것만 나온다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52578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후보를 담아야 디버깅에 쓸 수 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왜 검색을 먼저 독립시키는지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설계 원칙 4가지를 말할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노드가 판단하지 않는 이유를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low_score와 no_result의 차이를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점진적 확대에 하한이 필요한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 노드를 독립 모듈로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동적 옵션을 State로 받게 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실패 사유 5가지를 구분해 기록했다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예외 처리를 넣었다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여섯 가지 케이스로 단독 테스트했다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회귀 테스트로 22차시와 비교했다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25차시 Generator Node 분리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검색을 독립시켰으니 이제 생성 차례입니다.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캡슐화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모듈로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27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부족 자가신고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744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하겠다고 말하기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6552" y="238475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기계 검증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8264" y="288218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확인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생성 노드는 잘 쓰는 노드가 아닙니다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쓸 때를 정직하게 아는 노드입니다.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부족한데 그럴듯하게 써내는 노드는 성능이 좋은 게 아니라 위험한 것입니다.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판단하지 않습니다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재료만 남깁니다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검색 노드에 점수·신뢰도·실패 사유를 남기게 했습니다. 그 자체로는 아무것도 바뀌지 않습니다.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이 정보가 없으면 Router는 아무 판단도 할 수 없습니다.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특히 fail_reason이 30차시 재검색의 길을 열어줍니다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"왜 못 찾았는가"를 알아야 다르게 시도할 수 있으니까요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1467</Words>
  <Application>Microsoft Office PowerPoint</Application>
  <PresentationFormat>사용자 지정</PresentationFormat>
  <Paragraphs>337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24차시 Retriever Node 분리</dc:title>
  <dc:subject>PptxGenJS Presentation</dc:subject>
  <dc:creator>이창현</dc:creator>
  <cp:lastModifiedBy>lch</cp:lastModifiedBy>
  <cp:revision>1</cp:revision>
  <dcterms:created xsi:type="dcterms:W3CDTF">2026-09-17T10:56:04Z</dcterms:created>
  <dcterms:modified xsi:type="dcterms:W3CDTF">2026-09-17T10:59:37Z</dcterms:modified>
</cp:coreProperties>
</file>