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12차시입니다. 방향이 바뀝니다. '왜 안 되는지'를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파란 카드는 진단법, 주황 카드는 오늘 만들 결과물입니다.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11차시까지는 만드는 법이었습니다. 오늘부터 방향이 바뀝니다.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아무리 좋은 모델도 근거가 없으면 답을 못 합니다. 진단이 먼저입니다.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실패 유형이 오늘의 뼈대입니다.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유형을 먼저 개관하고 하나씩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①과 ②는 둘 다 검색 쪽 문제지만 처방이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③은 생성 문제, ④는 검색 문제입니다. 구분이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유형을 다 외울 필요 없습니다. 이 질문 하나면 절반은 해결됩니다.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결과를 항상 함께 출력하는 습관을 들이게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인쇄해서 옆에 두라고 권해주세요. 앞으로 계속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 '한 번에 하나만 바꾼다' 원칙의 씨앗입니다.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사용자는 그게 지어낸 답인지 알 수 없습니다. 모른다고 하는 것이 더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목록은 절대 버리지 말라고 당부하세요.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숫자로 기록해두는 것이 14차시 벤치마크의 전제입니다.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번째 함정이 가장 놓치기 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해보면 결과가 놀랍습니다. 꼭 시켜보세요.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기준선 측정까지 마쳐야 13·14차시에서 비교할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과제가 곧 앞으로 쓸 평가 데이터셋입니다.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분류가 다음 차시의 작업 목록이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좌절하지 않게 다독이면서, 기록의 가치를 강조하고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12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품질 문제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가끔 이상한 답을 할까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만드는 차시가 아니라 부수는 차시입니다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실패 유형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RAG가 틀리는 네 가지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방식을 구분한다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증상으로 진단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단계가 문제인지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좁혀낸다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vs 생성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문제를 가르는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익힌다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일부러 무너뜨리기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RAG의 약점을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찾아낸다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 목록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14·34·35차시에서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쓸 자산을 만든다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측정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지금의 정답률을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기록한다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FAILURE FIRST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의사가 되는 과정에 비유하면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건강한 몸만 배우면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542032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환자를 진료할 수 없습니다.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의대에서 정상 해부학만 배운 의사는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눈앞의 환자를 어떻게 해야 할지 모릅니다.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2743200"/>
          </a:xfrm>
          <a:prstGeom prst="roundRect">
            <a:avLst>
              <a:gd name="adj" fmla="val 1333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19933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의사가 알아야 할 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542032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어떤 증상이 나타나는지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 증상의 원인이 무엇인지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무엇부터 검사해야 하는지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알아야 의사입니다.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80060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0749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개발자도 똑같습니다 — 잘 되는 경우만 보면 실제 질문 앞에서 무너집니다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유형을 알면 무엇이 달라지나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유형을 모르면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737360"/>
            <a:ext cx="4599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유형을 알면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322576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22576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이상해도 어디부터 볼지 모름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322576"/>
            <a:ext cx="4599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증상만 보고 원인 단계를 좁힘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907792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일단 모델을 비싼 것으로 바꿔봄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907792"/>
            <a:ext cx="4599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원인에 맞는 처방을 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493008"/>
            <a:ext cx="10817352" cy="530352"/>
          </a:xfrm>
          <a:prstGeom prst="roundRect">
            <a:avLst>
              <a:gd name="adj" fmla="val 689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493008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좋아졌는지 나빠졌는지 모름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493008"/>
            <a:ext cx="4599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실패율로 개선을 측정함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07822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그렇게 고쳤는지 설명 못 함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4078224"/>
            <a:ext cx="4599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갖고 의사결정함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75488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495604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 가장 흔한 실수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376672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"답이 이상하네? 프롬프트를 고쳐볼까?" → "안 되네? 더 비싼 모델로?" → "그래도 안 되네? 임베딩을?"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며칠을 쓰고도 나아지지 않습니다. 원인이 검색 단계에 있었기 때문입니다.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정답이 담긴 조각을 아예 못 찾아온 경우.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957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부족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9572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조각은 왔지만 정답에 필요한 부분이 잘려나간 경우.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12724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1272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충분한데도 LLM이 자기 지식으로 지어낸 경우.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85876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혼입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85876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조각이 섞여 답이 흐려진 경우.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9028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902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59028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증상을 보고 어느 단계에서 무너졌는지 밝히는 과정.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5321808"/>
            <a:ext cx="10817352" cy="621792"/>
          </a:xfrm>
          <a:prstGeom prst="roundRect">
            <a:avLst>
              <a:gd name="adj" fmla="val 588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532180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532180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답이 나온 질문과 그 원인을 정리한 기록.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 FAILURES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RAG가 틀리는 네 가지 방식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1737360"/>
          </a:xfrm>
          <a:prstGeom prst="roundRect">
            <a:avLst>
              <a:gd name="adj" fmla="val 2105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56816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19568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9568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 못 찾아옴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697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있는데 "없다"고 답합니다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1645920"/>
            <a:ext cx="5257800" cy="1737360"/>
          </a:xfrm>
          <a:prstGeom prst="roundRect">
            <a:avLst>
              <a:gd name="adj" fmla="val 2105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956816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9568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24344" y="19568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부족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262872" y="195681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반쪽만 가져옴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2697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조건이나 예외가 빠져 있습니다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5257800" cy="1737360"/>
          </a:xfrm>
          <a:prstGeom prst="roundRect">
            <a:avLst>
              <a:gd name="adj" fmla="val 2105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" y="3877056"/>
            <a:ext cx="530352" cy="530352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" y="3877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764792" y="38770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38770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밖 이야기를 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88136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그럴듯해서 가장 알아채기 어렵습니다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45352" y="3566160"/>
            <a:ext cx="5257800" cy="1737360"/>
          </a:xfrm>
          <a:prstGeom prst="roundRect">
            <a:avLst>
              <a:gd name="adj" fmla="val 2105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29400" y="3877056"/>
            <a:ext cx="530352" cy="530352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3877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324344" y="38770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혼입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62872" y="38770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엉뚱한 게 섞임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47688" y="4617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장황하고 초점이 흐립니다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440680"/>
            <a:ext cx="10817352" cy="685800"/>
          </a:xfrm>
          <a:prstGeom prst="roundRect">
            <a:avLst>
              <a:gd name="adj" fmla="val 5333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5092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처방이 완전히 다릅니다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&amp;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 · 문맥 부족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3931920"/>
          </a:xfrm>
          <a:prstGeom prst="roundRect">
            <a:avLst>
              <a:gd name="adj" fmla="val 93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20240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202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실패 — 정답을 못 찾아옴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852928"/>
            <a:ext cx="4453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분명히 있는데 "확인할 수 없습니다"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" y="3538728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질문 표현이 문서와 너무 다름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분할이 잘못돼 정답이 경계에 걸림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k가 작아 4~5위의 정답을 놓침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임계값이 높아 정답까지 걸러짐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4910328"/>
            <a:ext cx="4453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상향(11차시) · chunk_size 조정(7차시)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 도입(30차시)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257800" cy="3931920"/>
          </a:xfrm>
          <a:prstGeom prst="roundRect">
            <a:avLst>
              <a:gd name="adj" fmla="val 93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920240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87768" y="19202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부족 — 반쪽만 가져옴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2834640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"환불은 7일 이내입니다"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(→ 훼손 시 제한이라는 조건이 누락)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429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72160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chunk_size가 작아 설명이 흩어짐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overlap이 0이라 경계에서 사라짐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k가 부족해 나머지 조각을 못 가져옴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910328"/>
            <a:ext cx="4453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키우거나 overlap 증가(7차시)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k를 늘린다(11차시)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&amp; ④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· 노이즈 혼입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3931920"/>
          </a:xfrm>
          <a:prstGeom prst="roundRect">
            <a:avLst>
              <a:gd name="adj" fmla="val 930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20240"/>
            <a:ext cx="493776" cy="493776"/>
          </a:xfrm>
          <a:prstGeom prst="ellipse">
            <a:avLst/>
          </a:prstGeom>
          <a:solidFill>
            <a:srgbClr val="B3402F"/>
          </a:solidFill>
          <a:ln w="12700">
            <a:solidFill>
              <a:srgbClr val="B34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202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— 근거 밖 이야기를 함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88136" y="2834640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제대로 왔는데 답변에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근거에 없는 내용이 섞여 있습니다.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그럴듯해서 가장 알아채기 어렵습니다.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88136" y="399592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프롬프트 제약이 약함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temperature가 0이 아님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질문이 앞쪽에 있어 지시가 묻힘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" y="4864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513892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규칙 강화(13차시) · 검증 노드(26차시)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257800" cy="3931920"/>
          </a:xfrm>
          <a:prstGeom prst="roundRect">
            <a:avLst>
              <a:gd name="adj" fmla="val 93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920240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87768" y="192024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혼입 — 엉뚱한 게 섞임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647688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2834640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장황하고 초점이 흐립니다.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없는 얘기가 함께 나옵니다.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703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95928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k가 너무 큼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임계값이 없어 무관한 조각도 통과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문서에 중복 내용이 많음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48646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5138928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하향 + 임계값(10·11차시) · 재순위(33차시)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ONE QUESTION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 하나만 기억하세요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검색된 조각 안에 정답이 있는가?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2735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있는데 답이 틀렸다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822192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 문제입니다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프롬프트를 고치세요 (13차시)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검색을 아무리 손봐도 소용없습니다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301752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2735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조각에 정답이 없다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822192"/>
            <a:ext cx="4453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검색 문제입니다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분할·k·임계값·질의를 손보세요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모델을 바꿔도 소용없습니다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5212080"/>
            <a:ext cx="10817352" cy="777240"/>
          </a:xfrm>
          <a:prstGeom prst="roundRect">
            <a:avLst>
              <a:gd name="adj" fmla="val 470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3263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한 가지 습관이 디버깅 시간을 10배 줄입니다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LOOK AT BOTH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답변만 보면 원인을 못 찾습니다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057400"/>
            <a:ext cx="493776" cy="493776"/>
          </a:xfrm>
          <a:prstGeom prst="ellipse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20574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답변만 보는 사람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5176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"답이 이상하네"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"프롬프트를 고쳐볼까?"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원인이 검색에 있어도 알 수 없습니다.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며칠을 엉뚱한 곳에서 씁니다.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57400"/>
            <a:ext cx="493776" cy="493776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0574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2057400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결과를 함께 보는 사람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51760"/>
            <a:ext cx="4453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"1위 조각에 정답이 있네"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"그런데 답이 틀렸네 → 생성 문제"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프롬프트로 갑니다.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단계가 한 번에 좁혀집니다.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8차시에서 debug 옵션을 만들었던 이유가 이것입니다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DIAGNOSIS TABLE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→ 원인 진단표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이상할 때 이 표를 위에서부터 확인해 나가세요.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있는데 "없다"고 답함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7190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상향 · 질의 재작성 (11·30차시)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203704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220370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중간에 끊긴 느낌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2037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20370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 · overlap 조정 (7차시)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688336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26883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조건·예외가 빠짐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6883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Chunking / k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26883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overlap 증가, k 상향 (7·11차시)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172968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31729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엉뚱한 주제로 답함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172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172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 · 필터 적용 (11차시)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657600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근거에 없는 내용을 말함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3657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제약 강화 (13차시)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142232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4142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못 밝힘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4142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설계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14223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표기 지시 추가 (13차시)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4626864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" y="46268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장황하고 흐림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462686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6268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 하향 · 재순위 (11·33차시)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5111496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51114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답이 달라짐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511149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511149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temperature=0 확인 (5차시)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5800" y="5596128"/>
            <a:ext cx="10817352" cy="411480"/>
          </a:xfrm>
          <a:prstGeom prst="roundRect">
            <a:avLst>
              <a:gd name="adj" fmla="val 8889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1560" y="5596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표·숫자가 뒤죽박죽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5596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086600" y="5596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로딩 방식 재검토 (6차시)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USE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표를 쓰는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0187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검색 결과 출력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69930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봅니다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2432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9232" y="220187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정답 조각 확인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269930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있는가 없는가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6460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182880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39512" y="220187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표에서 증상 찾기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221224" y="269930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 단계를 좁힌다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0488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82880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79792" y="220187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처방 하나 적용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269930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 하나만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4516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1828800"/>
            <a:ext cx="185623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0072" y="2201875"/>
            <a:ext cx="1709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다시 측정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701784" y="2699309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나아졌는지 본다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794760"/>
            <a:ext cx="10817352" cy="2103120"/>
          </a:xfrm>
          <a:prstGeom prst="roundRect">
            <a:avLst>
              <a:gd name="adj" fmla="val 1739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4069080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여러 개를 고치지 마세요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572000"/>
            <a:ext cx="9902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chunk_size를 바꾸고, k도 올리고, 프롬프트도 고쳤는데 좋아졌다면 — 무엇 때문인지 알 수 없습니다.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다른 문서에 적용할 때 재현이 안 됩니다. 시간이 더 걸려 보여도 하나씩이 결국 빠릅니다.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14차시에서 이 원칙을 실험 설계로 정식화합니다.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BREAK IT ON PURPOSE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공격 시나리오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실습입니다. 잘 되는 질문 말고 안 되는 질문을 찾습니다.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10817352" cy="649224"/>
          </a:xfrm>
          <a:prstGeom prst="roundRect">
            <a:avLst>
              <a:gd name="adj" fmla="val 5634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1645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719072"/>
            <a:ext cx="2880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719072"/>
            <a:ext cx="2148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결과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719072"/>
            <a:ext cx="3090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10817352" cy="649224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423160"/>
            <a:ext cx="1645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정상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423160"/>
            <a:ext cx="2880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"환불은 며칠 이내인가요?"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423160"/>
            <a:ext cx="2148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정확한 답 + 출처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423160"/>
            <a:ext cx="3090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기본기 문제 · 6~11차시 복습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27248"/>
            <a:ext cx="1645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표현 변경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3127248"/>
            <a:ext cx="2880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"반품하고 싶은데 언제까지?"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3127248"/>
            <a:ext cx="2148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찾아냄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127248"/>
            <a:ext cx="3090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임베딩·질의 문제 (9·30차시)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831336"/>
            <a:ext cx="10817352" cy="649224"/>
          </a:xfrm>
          <a:prstGeom prst="roundRect">
            <a:avLst>
              <a:gd name="adj" fmla="val 563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3831336"/>
            <a:ext cx="1645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없는 내용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3831336"/>
            <a:ext cx="2880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"대표이사 성함이 어떻게?"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3831336"/>
            <a:ext cx="2148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"확인할 수 없습니다"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831336"/>
            <a:ext cx="3090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· 프롬프트 강화 (13차시)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535424"/>
            <a:ext cx="1645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복합 질문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4535424"/>
            <a:ext cx="2880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"환불과 교환의 차이는?"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4535424"/>
            <a:ext cx="21488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출처를 함께 제시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4535424"/>
            <a:ext cx="3090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MMR · k 조정 (11차시)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" y="5349240"/>
            <a:ext cx="10817352" cy="713232"/>
          </a:xfrm>
          <a:prstGeom prst="roundRect">
            <a:avLst>
              <a:gd name="adj" fmla="val 5128"/>
            </a:avLst>
          </a:prstGeom>
          <a:solidFill>
            <a:srgbClr val="F6E2DE"/>
          </a:solidFill>
          <a:ln w="12700">
            <a:solidFill>
              <a:srgbClr val="F6E2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349240"/>
            <a:ext cx="10817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③번이 가장 중요합니다 — 없는 질문에 그럴듯한 답이 나온다면 실무에 쓸 수 없습니다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RECORD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 기록 양식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53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진짜 결과물입니다. 이 목록을 14·34·35차시에서 계속 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5257800" cy="3063240"/>
          </a:xfrm>
          <a:prstGeom prst="roundRect">
            <a:avLst>
              <a:gd name="adj" fmla="val 119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88136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 #1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59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359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반품하고 싶은데 언제까지 가능해요?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답변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 이내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답변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944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자료에서 확인할 수 없습니다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36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236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0.41 (기준 0.47 미달)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529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조각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5위에 있었음 (0.38)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221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822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검색 실패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114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원인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"반품"과 "환불"의 거리가 멂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407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 후보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407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 재작성 또는 임계값 하향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45352" y="1737360"/>
            <a:ext cx="5257800" cy="3063240"/>
          </a:xfrm>
          <a:prstGeom prst="roundRect">
            <a:avLst>
              <a:gd name="adj" fmla="val 1194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47688" y="193852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모으면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647688" y="2395728"/>
            <a:ext cx="4453128" cy="365760"/>
          </a:xfrm>
          <a:prstGeom prst="roundRect">
            <a:avLst>
              <a:gd name="adj" fmla="val 10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23957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287000" y="239572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처방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2237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 언제까지?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2834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①검색실패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287000" y="2834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3273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배송비 누가?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3273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②문맥부족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287000" y="32735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7차시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223760" y="3712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이름?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37124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③환각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287000" y="37124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6656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223760" y="41513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환불/교환 차이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052560" y="41513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④노이즈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287000" y="41513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11차시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" y="4937760"/>
            <a:ext cx="10817352" cy="1051560"/>
          </a:xfrm>
          <a:prstGeom prst="roundRect">
            <a:avLst>
              <a:gd name="adj" fmla="val 3478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5800" y="51892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목표는 최소 10개 — 잘 되는 질문 10개보다 안 되는 질문 10개가 훨씬 가치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실패율을 숫자로 재두기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개선을 측정하려면 지금의 기준선이 필요합니다.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817352" cy="1371600"/>
          </a:xfrm>
          <a:prstGeom prst="roundRect">
            <a:avLst>
              <a:gd name="adj" fmla="val 2667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기준선  :  12 / 20  =  60%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3349752" cy="1234440"/>
          </a:xfrm>
          <a:prstGeom prst="roundRect">
            <a:avLst>
              <a:gd name="adj" fmla="val 296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3679546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407456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12/20 · 60%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7848" y="389991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3383280"/>
            <a:ext cx="3349752" cy="1234440"/>
          </a:xfrm>
          <a:prstGeom prst="roundRect">
            <a:avLst>
              <a:gd name="adj" fmla="val 296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2752" y="3679546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 이후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74464" y="407456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개선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51648" y="389991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3400" y="3383280"/>
            <a:ext cx="3349752" cy="1234440"/>
          </a:xfrm>
          <a:prstGeom prst="roundRect">
            <a:avLst>
              <a:gd name="adj" fmla="val 296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6552" y="3679546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측정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08264" y="4074566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16/20 · 80%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8463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501091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"프롬프트 개선으로 20%p 향상" — 근거를 갖고 말할 수 있게 됩니다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41324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측정하지 않으면 개선을 주장할 수 없습니다. 이 한 줄이 14차시의 출발점입니다.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PITFALLS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진단할 때 빠지기 쉬운 함정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169164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이상하면 무조건 프롬프트부터 고침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169164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검색 결과를 확인하세요. 대부분 검색 단계 문제입니다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44752" y="240487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비싼 모델로 바꾸면 해결될 거라 기대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24048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틀리면 어떤 모델도 못 고칩니다. 근거가 먼저입니다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4752" y="311810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한두 개 질문만 테스트하고 잘 된다고 판단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11810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표현을 바꾼 변형 질문까지 최소 10개는 돌려야 합니다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83133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설정을 한꺼번에 고침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383133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하나씩만 바꿔야 원인을 알 수 있습니다 (14차시)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44752" y="454456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만든 질문으로만 테스트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454456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사용자는 다르게 묻습니다. 남에게 질문을 받아보세요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44752" y="525780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사례를 기록하지 않음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525780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없으면 개선 효과를 비교할 수 없습니다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ASK SOMEONE ELSE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효과적인 테스트 방법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만든 질문의 한계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질문은 이미 문서 표현에 물들어 있습니다.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"환불 규정"이라고 문서에 적혀 있으니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나도 모르게 "환불 규정"이라고 묻습니다.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1783080"/>
            <a:ext cx="5257800" cy="2651760"/>
          </a:xfrm>
          <a:prstGeom prst="roundRect">
            <a:avLst>
              <a:gd name="adj" fmla="val 1379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57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동료에게 물어보면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47688" y="2560320"/>
            <a:ext cx="445312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85432" y="25603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"돈 언제 돌려받아?"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47688" y="3072384"/>
            <a:ext cx="445312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30723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"물건 바꿀 수 있어?"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47688" y="3584448"/>
            <a:ext cx="445312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85432" y="35844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"택배비 누가 내?"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4069080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이런 질문에서 진짜 약점이 드러납니다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70916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0292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보여주지 말고 "이 시스템에 뭘 물어보고 싶어?"라고 해보세요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4대 실패 유형을 구분해 설명할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"조각에 정답이 있는가"로 검색/생성을 가른다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증상별 진단표를 활용할 수 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한 번에 하나씩만 고쳐야 하는 이유를 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진단 도구를 만들어 실행했다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4단계 공격 시나리오를 모두 돌렸다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없는 내용 질문에 환각이 나오는지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실패 사례를 10개 이상 표로 정리했다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각 실패의 유형과 추정 원인을 기록했다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현재 정답률(기준선)을 측정해 기록했다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계속 쓸 자산 만들기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8424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842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평가용 질문 세트 20개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8 · 표현 변경 6 · 없는 내용 3 · 복합 3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질문에 정답 키워드를 함께 적으세요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8424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9842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사례 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양식으로 최소 10건을 정리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유형과 추정 원인을 반드시 함께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39502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28216" y="3950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 기록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정답률을 재고 날짜와 함께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2026-08-03 기준선 12/20 (60%)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9502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3950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 테스트 (권장)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안 본 사람에게 질문 5개를 받아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돌려보세요. 결과가 놀라울 겁니다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 질문 세트는 14차시 자동 채점에 그대로 씁니다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차시 미리보기 — 13차시 프롬프트 최적화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찾은 실패 중 "생성 문제"로 분류된 것들을 고칩니다.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 구조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역할·규칙·자료·질문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밖 차단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환각을 막는 규칙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번호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붙이게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 잡기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과잉 거부 방지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질문 20개로 개선 전후를 비교합니다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잰 기준선이 있으니, 다음 차시에는 "얼마나 좋아졌는지"를 숫자로 말할 수 있습니다.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문제로 분류한 것들은 프롬프트로 고칠 수 없다는 점도 함께 확인하게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만드는 차시가 아니라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부수는 차시였습니다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기분이 좋지 않을 수 있습니다. "생각보다 형편없네" 싶으셨을 겁니다.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그게 정상입니다. 그리고 그걸 알고 있는 것과 모르는 것은 하늘과 땅 차이입니다.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모르면 사용자가 대신 발견하고, 그때는 늦습니다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실패 사례는 앞으로 28차시 동안 여러분의 나침반이 됩니다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13차시에서 만나요.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1975</Words>
  <Application>Microsoft Office PowerPoint</Application>
  <PresentationFormat>사용자 지정</PresentationFormat>
  <Paragraphs>428</Paragraphs>
  <Slides>21</Slides>
  <Notes>21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12차시 RAG 품질 문제</dc:title>
  <dc:subject>PptxGenJS Presentation</dc:subject>
  <dc:creator>이창현</dc:creator>
  <cp:lastModifiedBy>Lenovo</cp:lastModifiedBy>
  <cp:revision>1</cp:revision>
  <dcterms:created xsi:type="dcterms:W3CDTF">2026-09-15T01:23:06Z</dcterms:created>
  <dcterms:modified xsi:type="dcterms:W3CDTF">2026-09-15T08:16:32Z</dcterms:modified>
</cp:coreProperties>
</file>