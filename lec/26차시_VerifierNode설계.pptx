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26차시입니다. 답변을 심판하는 모듈을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 검증이 오늘의 실용적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역할을 분리한 심판이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 점검을 전부 통과하는데도 환각인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grade가 27차시 라우팅의 입력이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기준이 많을수록 정확하지만 비용과 지연이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용도에 맞게 고르는 것이 설계 능력입니다.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위쪽부터 순서대로 적용하는 것이 2단 검증입니다.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 구조는 실무에서 비용을 크게 줄여줍니다.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파싱 실패 대비는 31차시에서 더 깊이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판정은 오늘 만들고, 경로는 차시마다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23차시 계약 규칙이 실제 코드에서 지켜지는지 확인시키세요.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기준도 튜닝 대상입니다. 14차시 방법을 그대로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줄이 실습에서 가장 자주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재시도율 측정까지 해야 다음 차시에서 상한을 정할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차시가 3부의 첫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판정과 결정의 분리를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26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Node 설계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 전 마지막 관문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판정만 하고, 고치지는 않습니다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점검의 한계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따로 심판이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 4가지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것인지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검증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규칙으로 먼저 거르고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나중에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심판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모델에게 평가를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맡기는 방법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출력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결과를 JSON으로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안정적으로 받기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잡기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과도한 재시도를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막는다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ENOUGH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점검만으로는 부족합니다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노드가 잡을 수 있는 것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719072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잡을 수 없는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2860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있는가 (정규식)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286000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인용한 근거가 실제로 관련 있는가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529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"확인할 수 없습니다"를 말했는가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85292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내용이 근거에 실제로 있는가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19856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41985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길이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419856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제대로 대답했는가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867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형식이 맞는가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986784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개를 물었는데 하나만 답했는가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8463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답을 자기가 채점하면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257800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답안을 본인이 채점한다고 해봅시다. 형식은 잘 보지만 내용은 후하게 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LLM도 똑같습니다. 자기가 쓴 답을 평가하라고 하면 관대해집니다.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REAL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내보내면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:  "환불은 7일 이내에 신청 가능합니다"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697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:  "환불은 7일 이내에 신청 가능합니다[1].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수수료는 상품가의 10%입니다[1]."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88620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 있음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2519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has_citation = True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61772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70332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388620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"확인할 수 없다" 안 함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2519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 = False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461772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370332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388620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문장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42519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 없는 내용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461772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여기!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21208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3263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[1]을 붙여놨지만 [1]에 그런 말이 없습니다 — 이것을 잡는 것이 Verifier의 일입니다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LLM에게 심판 역할을 시켜 답변을 평가하게 하는 기법.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답변의 모든 주장이 근거 안에 있는 상태.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Relevant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실제로 질문에 대답하고 있는 상태.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출력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등 정해진 형식으로 결과를 받는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검증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규칙으로 1차 거르고 통과분만 LLM에 보내는 방식.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판정 결과. pass / retry / research 등.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CRITERIA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충실성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답변의 각 주장이 실제로 근거 안에 있는가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검증을 하나만 한다면 이것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862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관련성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862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Relevant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862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실제로 질문에 대답하고 있는가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동문서답을 걸러냅니다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3941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유효성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39410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94106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[2]라고 썼는데 2번이 실제로 관련 있는가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존재는 25차시, 내용은 여기서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5020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완결성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502005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50200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모든 부분에 답했는가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 물었는데 하나만 답한 경우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구성 — 근거 충실성 + 질문 관련성   ·   고신뢰 구성 — 위 + 인용 + 완결성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기준별로 어떤 것을 잡아내나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관련성 — 동문서답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88136" y="2395728"/>
            <a:ext cx="44531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"환불은 며칠 이내인가요?"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"환불은 고객센터를 통해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접수합니다[1]."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364992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근거에는 충실하지만 기간을 안 알려줬습니다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완결성 — 절반만 답함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47688" y="2395728"/>
            <a:ext cx="44531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"환불과 교환의 차이는?"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"환불은 7일 이내입니다[1]."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← 교환은?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364992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개를 물었는데 하나만 답했습니다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10817352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2062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기준을 쓸까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81728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구성 — 근거 충실성 + 질문 관련성. 대부분의 프로젝트에 충분합니다.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고신뢰 구성 — 위에 인용 유효성과 완결성을 더합니다. 법률·의료 등 오답 비용이 큰 분야.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늘릴수록 정확해지지만 LLM 호출이 길어지고 판정이 보수적으로 변합니다.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방식 — 비용과 정확도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190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7190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171907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적합한 검사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322576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225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(정규식)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3225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3225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32257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 존재 · 형식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플래그 확인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92608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· 검색 성공 여부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52958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5295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유사도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35295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5295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352958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답변과 근거의 의미적 거리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심판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133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133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13308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충실성 · 관련성 · 완결성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48463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싼 것부터 쓰고, 비싼 것은 꼭 필요할 때만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26694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25차시에서 만든 플래그들이 여기서 값어치를 합니다. 비용 0으로 상당수를 걸러냅니다.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STAGES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검증 — 비용을 아끼는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572768"/>
          </a:xfrm>
          <a:prstGeom prst="roundRect">
            <a:avLst>
              <a:gd name="adj" fmla="val 232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: 규칙 기반  (비용 0)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86000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근거 부족 플래그가 켜져 있으면 → 즉시 재시도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인용이 유효하지 않으면 → 즉시 재시도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답변이 지나치게 짧으면 → 즉시 재시도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2841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 여기서 걸리면 LLM 호출을 아예 하지 않습니다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61188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79476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: LLM 심판  (비용 발생)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18795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1차를 통과한 것만 보냅니다 — 근거 충실성과 질문 관련성을 판정합니다.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100개 중 20개가 1차에서 걸리면 LLM 심판 호출이 100회 → 80회, 20% 절감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결과를 안정적으로 받기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형식으로 받으면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"음, 이 답변은 대체로 괜찮아 보이는데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일부는 확인이 필요할 것 같습니다…"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364992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통과인지 아닌지 알 수 없습니다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파싱할 수 없습니다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매번 형식이 달라집니다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JSON으로 받으면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 "grade": "retry",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"reason": "근거에 없는 수수료 언급" }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364992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코드가 바로 분기할 수 있습니다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이유를 재생성 프롬프트에 넣습니다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로그로 집계할 수 있습니다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파싱에 실패하면 안전한 기본값으로 — 검증 실패가 시스템 실패가 되면 안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GRADES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8288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 충실하고 질문에 답했습니다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23113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그대로 내보냅니다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80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88036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근거로 다시 만들면 나아질 것 같습니다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28269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27차시 재생성 루프로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931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931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자체가 부족합니다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43342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30차시 재검색 루프로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83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9834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시도해도 소용없습니다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538581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31차시 fallback으로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네 가지를 모두 만들되, research는 30차시에 재검색 경로가 생길 때 갈라집니다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 ONLY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Verifier는 고치지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5740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판정하고 직접 고치면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743200"/>
            <a:ext cx="4453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재시도 횟수를 어디서 세죠?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재검색으로 정책을 바꾸려면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Verifier를 고쳐야 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단독 테스트가 불가능해집니다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5740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판정만 남기면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743200"/>
            <a:ext cx="4453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— "근거 부족입니다" (판정)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 — "그럼 재검색으로" (결정)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정책이 바뀌어도 Router만 고칩니다.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23차시 계약 규칙 ③ — 흐름 결정은 모듈의 일이 아닙니다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과도한 재시도를 막기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너무 엄격하면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42032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멀쩡한 답변도 계속 재시도합니다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비용이 몇 배로 늘어납니다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응답이 느려집니다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결국 상한에 걸려 같은 답이 나갑니다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너무 느슨하면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42032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환각이 그대로 통과합니다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검증 노드를 둔 의미가 없습니다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비용만 쓰고 효과가 없습니다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343400"/>
            <a:ext cx="10817352" cy="1645920"/>
          </a:xfrm>
          <a:prstGeom prst="roundRect">
            <a:avLst>
              <a:gd name="adj" fmla="val 22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55371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정하는 방법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956048"/>
            <a:ext cx="9902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20개를 돌려 재시도가 몇 번 발생하는지 세어봅니다.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재시도율이 30%를 넘으면 기준이 과합니다. 5% 미만이면 너무 느슨할 수 있습니다.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배운 대로, 감이 아니라 숫자로 조정하세요.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파싱이 자주 실패한다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프롬프트에 "JSON만 출력하라"를 명시하고 파싱 실패 시 기본값을 쓰세요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답변이 retry로 나온다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과합니다. 판정 프롬프트를 완화하세요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환각이 그대로 통과한다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충실성 기준이 빠졌거나 프롬프트가 약합니다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비용이 너무 크다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규칙 필터를 강화하거나 33차시 모델 티어링을 적용하세요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이유가 쓸모없다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구체적으로 쓰도록 프롬프트에 예시를 넣으세요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오류로 그래프가 중단된다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잡고 미검증 상태로 통과시키세요 (31차시)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자가 점검의 한계를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검증 기준 4가지를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2단 검증이 왜 비용을 아끼는지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판정과 수정을 분리하는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기준이 과할 때와 느슨할 때의 문제를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검증 노드를 독립 모듈로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1차 규칙 필터를 구현했다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LLM 심판 프롬프트를 작성했다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판정을 JSON으로 받았다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파싱 실패 시 기본값 처리를 넣었다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질문 20개로 재시도율을 측정했다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27차시 기본 Modular RAG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모듈을 만들었습니다. 이제 하나의 그래프로 연결합니다.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모듈 연결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· generate · verify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루프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시 다시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무한루프 차단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3 — 실무 최소 요건을 갖춘 RAG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검증이 없는 RAG를 실무에 올리는 것은 브레이크 없는 차를 파는 것과 같습니다.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차시부터 시스템이 자기 답변을 검토합니다.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심판은 경기를 뛰지 않습니다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판정만 합니다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Verifier는 답변을 고치지 않습니다. 통과 여부와 이유만 남깁니다.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그래야 판정 기준을 따로 개선할 수 있고, 정책이 바뀌어도 Router만 고치면 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싼 것부터 쓰고, 비싼 것은 꼭 필요할 때만 씁니다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규칙으로 거를 수 있는 것에 LLM을 부르지 않습니다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1411</Words>
  <Application>Microsoft Office PowerPoint</Application>
  <PresentationFormat>사용자 지정</PresentationFormat>
  <Paragraphs>302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26차시 Verifier Node 설계</dc:title>
  <dc:subject>PptxGenJS Presentation</dc:subject>
  <dc:creator>이창현</dc:creator>
  <cp:lastModifiedBy>lch</cp:lastModifiedBy>
  <cp:revision>1</cp:revision>
  <dcterms:created xsi:type="dcterms:W3CDTF">2026-09-17T11:03:54Z</dcterms:created>
  <dcterms:modified xsi:type="dcterms:W3CDTF">2026-09-17T11:16:39Z</dcterms:modified>
</cp:coreProperties>
</file>