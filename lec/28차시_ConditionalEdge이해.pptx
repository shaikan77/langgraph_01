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-96" y="-7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28차시입니다. 분기 설계의 원리를 정리합니다.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29차시 실습의 설계 원리를 오늘 잡습니다.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챗봇에서 자주 벌어지는 낭비입니다.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적절함이 먼저고 비용 절감은 부수 효과라는 순서가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결정성이 분기 함수 규칙의 핵심 개념입니다.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20차시에서 배운 것을 3부 맥락에서 다시 정리합니다.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패턴은 테스트 가능한 시스템의 기본입니다.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조건 순서가 안전장치의 작동을 좌우합니다.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분기 함수는 읽고 비교만 하는 것이 이상적입니다.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29차시에서 4갈래를 만들 때 이 원칙을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29차시 분류 노드의 기본값 설계 원칙입니다.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표를 그대로 코드로 옮기면 오류가 줄어듭니다.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 줄이 규칙 ②를 어긴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원리 위주입니다. 29차시에서 실제로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차시의 효과를 미리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규칙을 다시 짚고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28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Conditional Edge 이해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시스템의 판단력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기준으로 길을 나눌 것인가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 4규칙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지켜야 할 규칙을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정확히 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나눌까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경로를 가르는 판단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세운다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 분기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갈래 이상을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안전하게 설계한다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유형 라우팅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유형별로 다른 처리로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보내는 개념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조건표 우선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표를 먼저 만들고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코드로 옮긴다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경로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실수했을 때 덜 나쁜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쪽으로 보낸다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WASTE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질문을 같게 처리하면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8836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"안녕하세요"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703320" y="188366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 호출 → 벡터 검색 → 근거 없음 → "자료에서 찾지 못했습니다"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3408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인사에 이런 답이라니, 이상합니다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306324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32095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"100 + 250은?"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320954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문서를 검색합니다 → 당연히 없습니다 → fallback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66674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계산은 코드로 하면 정확하고 무료입니다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38912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45354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 날씨 어때?"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453542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문서를 뒤집니다 → 없습니다 → fallback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9926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밖이라고 안내하면 될 일입니다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5715000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57150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27차시 시스템은 어떤 질문이 오든 똑같이 검색하고, 생성하고, 검증합니다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BY TYPE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유형별로 나누면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817352" cy="685800"/>
          </a:xfrm>
          <a:prstGeom prst="roundRect">
            <a:avLst>
              <a:gd name="adj" fmla="val 5333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도착  →  [유형 분류]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2514600"/>
            <a:ext cx="2615184" cy="1691640"/>
          </a:xfrm>
          <a:prstGeom prst="roundRect">
            <a:avLst>
              <a:gd name="adj" fmla="val 2162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" y="2743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 · 잡담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3200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응답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36118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없음 · 비용 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2514600"/>
            <a:ext cx="2615184" cy="1691640"/>
          </a:xfrm>
          <a:prstGeom prst="roundRect">
            <a:avLst>
              <a:gd name="adj" fmla="val 2162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30752" y="2743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30752" y="3200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 도구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30752" y="36118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 · 무료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2514600"/>
            <a:ext cx="2615184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19672" y="2743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밖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3200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정중히 안내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19672" y="36118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없음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52560" y="2514600"/>
            <a:ext cx="2615184" cy="1691640"/>
          </a:xfrm>
          <a:prstGeom prst="roundRect">
            <a:avLst>
              <a:gd name="adj" fmla="val 216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08592" y="2743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질의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308592" y="3200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파이프라인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308592" y="36118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흐름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480560"/>
            <a:ext cx="10817352" cy="1508760"/>
          </a:xfrm>
          <a:prstGeom prst="roundRect">
            <a:avLst>
              <a:gd name="adj" fmla="val 242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43000" y="4681728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라우팅의 진짜 목적은 성능 향상이 아니라 적절함입니다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5120640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인사에는 인사로, 계산에는 계산으로, 문서 질문에는 RAG로.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부수적으로 비용과 속도도 개선됩니다. 검색이 필요 없는 질문에 검색을 안 하니까요.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6642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State를 읽고 다음 경로 이름을 반환하는 함수.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957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부수 효과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9572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반환값 외에 외부 상태를 바꾸는 것. 분기 함수에서는 금지.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1272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결정성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1272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입력이면 항상 같은 결과가 나오는 성질.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5876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58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경로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85876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조건에도 안 걸렸을 때 가는 곳.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9028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590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유형 라우팅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59028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종류를 먼저 분류해 다른 처리로 보내는 것.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3218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218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조건표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53218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경로와 조건을 표로 정리한 설계 문서.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 RULES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함수의 네 가지 규칙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92808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928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783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State만 보고 판단한다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783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랜덤이나 현재 시각에 의존하면 재현이 안 됩니다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22199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State면 항상 같은 경로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770632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971800"/>
            <a:ext cx="530352" cy="530352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2971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28620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부수 효과 금지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286207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State를 수정하면 LangGraph가 인식하지 못합니다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330098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판단만 하고, 변경은 노드가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849624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4050792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0507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394106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경우를 처리한다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394106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빠져나갈 구멍이 있으면 런타임 에러가 납니다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4379976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마지막은 조건 없이 반환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928616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5129784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5129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965960" y="502005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반환값 = 경로맵의 키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502005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대소문자 하나에 에러가 납니다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965960" y="545896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이름을 상수로 정의하세요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98932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규칙을 지키면 라우팅 버그가 거의 사라집니다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NEED TIME OR RANDOM?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시간이나 랜덤이 필요하다면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057400"/>
            <a:ext cx="493776" cy="493776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057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2057400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 안에서 직접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88136" y="2743200"/>
            <a:ext cx="4453128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27432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 현재시각 &gt; 18시:  return "night"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088136" y="3520440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실행하느냐에 따라 결과가 달라집니다.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테스트할 수 없습니다.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5352" y="178308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2057400"/>
            <a:ext cx="493776" cy="493776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2057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287768" y="2057400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계산해 State에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47688" y="2743200"/>
            <a:ext cx="4453128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85432" y="27980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: {"is_night": 현재시각 &gt; 18시}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: state["is_night"] 를 읽기만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647688" y="3520440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테스트할 때 값을 직접 넣어 검증할 수 있습니다.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 가능한 시스템이 됩니다.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66344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9606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 세상의 변화는 노드가 State로 번역해 들여옵니다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COVER EVERYTHING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경우를 처리한다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빠져나갈 구멍이 있으면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88136" y="2542032"/>
            <a:ext cx="4453128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61518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 판정 == "pass":  return "end"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 판정 == "retry": return "again"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← 다른 값이면 아무것도 반환 안 함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657600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런타임 에러가 납니다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178308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마지막은 조건 없이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47688" y="2542032"/>
            <a:ext cx="4453128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85432" y="261518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 상한 도달:      return "giveup"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 판정 == "pass": return "end"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return "again"      ← 무조건 반환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657600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값이 와도 갈 곳이 있습니다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66344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9606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안전장치(상한 검사)는 항상 맨 위에 둡니다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TO SPLIT 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기준으로 나눌까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1907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71907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1719072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 쓰나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212848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21284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불리언 플래그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21284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성공 여부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212848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단순하고 안전합니다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0662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결과 문자열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270662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pass / retry / research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706624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26차시 Verifier 이후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200400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2004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사유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320040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low_score / no_result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200400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24차시 세부 라우팅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69417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유형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246120" y="369417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greeting / calc / document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3694176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29차시 유형 라우팅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187952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18795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카운터 비교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246120" y="418795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재시도 횟수 ≥ 상한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4187952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루프 안전장치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4800600"/>
            <a:ext cx="10817352" cy="1188720"/>
          </a:xfrm>
          <a:prstGeom prst="roundRect">
            <a:avLst>
              <a:gd name="adj" fmla="val 307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43000" y="4956048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재료는 노드가 미리 만들어둡니다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5349240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함수에서 점수를 계산하거나 문자열을 분석하면 복잡해집니다.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24차시에서 retrieval_ok를 노드가 계산해둔 이유가 이것입니다.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MULTI-WAY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갈래 이상을 안전하게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92808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928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이름을 상수로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오타가 실행 전에 잡힙니다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22199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편집기 자동완성도 됩니다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770632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971800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2971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2862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순서를 표로 먼저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8620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안전장치를 맨 위에 두는지 눈으로 확인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330098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코드보다 표가 읽기 쉽습니다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849624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4050792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0507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39410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맵과 반환값을 대조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394106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함수가 낼 수 있는 모든 값이 맵에 있는가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4379976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하나라도 빠지면 런타임 에러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928616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5129784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5129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965960" y="502005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경로를 최소 한 번씩 테스트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0" y="502005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32차시에서 배울 경로 커버리지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965960" y="545896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가본 길에 버그가 숨습니다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98932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갈래가 늘어날수록 표와 테스트가 더 중요해집니다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SAFE DEFAULT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실수했을 때 덜 나쁜 쪽으로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10817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경로는 "틀려도 덜 손해인 쪽"으로 정합니다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200400"/>
            <a:ext cx="5257800" cy="1691640"/>
          </a:xfrm>
          <a:prstGeom prst="roundRect">
            <a:avLst>
              <a:gd name="adj" fmla="val 2162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88136" y="3429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질문을 인사로 보내면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886200"/>
            <a:ext cx="4453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"안녕하세요!" 하고 끝납니다.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원한 답을 못 받습니다.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최악입니다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3200400"/>
            <a:ext cx="5257800" cy="1691640"/>
          </a:xfrm>
          <a:prstGeom prst="roundRect">
            <a:avLst>
              <a:gd name="adj" fmla="val 2162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3429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인사를 문서 질문으로 보내면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3886200"/>
            <a:ext cx="4453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검색해보고 없으면 안내합니다.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비용을 조금 쓸 뿐입니다.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견딜 만합니다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5120640"/>
            <a:ext cx="10817352" cy="868680"/>
          </a:xfrm>
          <a:prstGeom prst="roundRect">
            <a:avLst>
              <a:gd name="adj" fmla="val 4211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52806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분류에 실패하면 항상 document로 보냅니다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TABLE FIRST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조건표를 먼저 만들기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짜기 전에 표로 정리하면 실수가 크게 줄어듭니다.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55648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5564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 노드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1755648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794760" y="175564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75564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이름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098280" y="175564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2249424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224942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249424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224942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성공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24942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ok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098280" y="2249424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7432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274320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794760" y="274320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외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74320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empty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098280" y="2743200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fallback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3236976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323697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verify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2697480" y="3236976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3794760" y="323697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재시도 상한 도달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323697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giveup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098280" y="3236976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373075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verify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2697480" y="3730752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794760" y="373075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판정이 pass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373075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done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3730752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4224528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51560" y="42245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verify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2697480" y="4224528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3794760" y="422452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외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903720" y="42245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regenerate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098280" y="422452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bump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85800" y="489204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143000" y="5047488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표가 곧 코드입니다 — 표의 행 순서가 조건문 순서가 됩니다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1143000" y="5449824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"경로 이름" 열이 분기 함수의 반환값이자 경로 맵의 키입니다. 둘을 반드시 일치시키세요.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겪는 에러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맵에 없는 키 에러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69164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69164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반환값과 맵의 키가 다릅니다. 상수로 정의하세요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0487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0487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분기가 항상 같은 쪽으로만 간다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40487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2404872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함수가 보는 키를 노드가 실제로 채우는지 확인하세요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118104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11810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아무것도 반환하지 않는 경우가 있다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118104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31181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마지막에 조건 없는 반환을 넣으세요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31336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83133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카운터가 예상보다 빨리 올라간다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83133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831336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함수에서 값을 수정했습니다. 노드로 빼세요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544568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54456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질문에 다른 경로로 간다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4544568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4544568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랜덤이나 시각에 의존하고 있습니다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25780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525780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상한이 무시된다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525780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525780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 검사가 다른 조건 아래에 있습니다. 맨 위로 올리세요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분기 함수 4가지 규칙을 말할 수 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결정성이 왜 중요한지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시간·랜덤이 필요할 때의 패턴을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기본 경로를 안전한 쪽으로 두는 이유를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무엇을 기준으로 나눌지 판단할 수 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실습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내 시스템의 조건표를 작성했다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안전장치가 맨 위에 있는지 확인했다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경로 이름을 상수로 정의했다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반환값과 경로 맵을 대조했다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각 경로를 어떻게 테스트할지 정했다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29차시 Conditional Edge 실습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원리로 실제 4갈래 라우팅을 만듭니다.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노드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방식으로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43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593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유형별 처리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5410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 · 계산 · 범위 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47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96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4갈래 분기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3413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 라우팅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850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868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600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 측정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1417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비용과 속도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25%가 단축 경로로 빠지면 전체 비용이 약 25% 절감됩니다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그 25%의 사용자는 즉시 답을 받습니다.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인사에 2초를 기다리지 않아도 되는 것, 그것이 적절함입니다.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판단은 분기 함수가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변경은 노드가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함수는 State를 읽고 경로 이름 하나를 돌려줄 뿐입니다. 아무것도 바꾸지 않습니다.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그래야 같은 State면 항상 같은 경로가 나오고, 테스트와 재현이 가능해집니다.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표를 먼저 만들고 코드로 옮깁니다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669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순서 하나가 안전장치를 무력화할 수 있으니까요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1240</Words>
  <Application>Microsoft Office PowerPoint</Application>
  <PresentationFormat>사용자 지정</PresentationFormat>
  <Paragraphs>301</Paragraphs>
  <Slides>16</Slides>
  <Notes>16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28차시 Conditional Edge 이해</dc:title>
  <dc:subject>PptxGenJS Presentation</dc:subject>
  <dc:creator>이창현</dc:creator>
  <cp:lastModifiedBy>Lenovo</cp:lastModifiedBy>
  <cp:revision>1</cp:revision>
  <dcterms:created xsi:type="dcterms:W3CDTF">2026-09-21T23:49:40Z</dcterms:created>
  <dcterms:modified xsi:type="dcterms:W3CDTF">2026-09-22T01:58:52Z</dcterms:modified>
</cp:coreProperties>
</file>