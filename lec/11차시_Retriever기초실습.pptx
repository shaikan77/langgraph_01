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관련도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0.00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1위</c:v>
                </c:pt>
                <c:pt idx="1">
                  <c:v>2위</c:v>
                </c:pt>
                <c:pt idx="2">
                  <c:v>3위</c:v>
                </c:pt>
                <c:pt idx="3">
                  <c:v>4위</c:v>
                </c:pt>
                <c:pt idx="4">
                  <c:v>5위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0.81200000000000006</c:v>
                </c:pt>
                <c:pt idx="1">
                  <c:v>0.68300000000000016</c:v>
                </c:pt>
                <c:pt idx="2">
                  <c:v>0.60100000000000009</c:v>
                </c:pt>
                <c:pt idx="3">
                  <c:v>0.35400000000000004</c:v>
                </c:pt>
                <c:pt idx="4">
                  <c:v>0.29800000000000004</c:v>
                </c:pt>
              </c:numCache>
            </c:numRef>
          </c:val>
        </c:ser>
        <c:dLbls>
          <c:showVal val="1"/>
        </c:dLbls>
        <c:axId val="63342848"/>
        <c:axId val="63348736"/>
      </c:barChart>
      <c:catAx>
        <c:axId val="6334284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3348736"/>
        <c:crosses val="autoZero"/>
        <c:auto val="1"/>
        <c:lblAlgn val="ctr"/>
        <c:lblOffset val="100"/>
        <c:noMultiLvlLbl val="1"/>
      </c:catAx>
      <c:valAx>
        <c:axId val="63348736"/>
        <c:scaling>
          <c:orientation val="minMax"/>
          <c:max val="1"/>
          <c:min val="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3342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11차시입니다. 검색을 한 겹 감싸서 재사용 가능한 부품으로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기본기, 주황 카드는 정확도를 올리는 기법입니다.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지금은 불편하지 않아 보여도 17차시 이후에 확실히 드러납니다.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추상화의 이점을 일상 비유로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MMR과 fetch_k는 뒤에서 자세히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방식을 실습에서 직접 비교하게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 질문에서 MMR이 결정적으로 유리합니다.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조각이 교환 내용이라는 점을 손으로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k=3이 권장 출발점이라는 점을 기억하게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k를 늘리는 것이 직관과 반대라는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감이 아니라 숫자로 k를 정하는 방법입니다. 14차시와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12차시 진단법의 예고편입니다.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10차시에서 배웠듯이 저장소를 바꿔도 코드는 거의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작은 차이가 13차시의 인용 기능을 가능하게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 하나로 성격이 바뀌는 다이얼이라고 설명하면 이해가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줄의 오타 문제가 실제로 가장 자주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모듈로 잘라두는 것이 앞으로 계속 도움이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k를 근거를 갖고 정한 사람만 14차시에서 제대로 실험할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결정 근거는 14차시 실험의 출발점이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방향이 '만들기'에서 '고치기'로 바뀌는 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설정이 모델 교체보다 싸고 효과가 크다는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11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 기초 실습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검색을 표준 부품으로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검색하든 부르는 쪽은 그대로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Retriever가 왜 필요한가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저장소를 직접 부르면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문제인지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 세 가지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맞는 방식을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고를 수 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Top-K 정하기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감이 아니라 실험으로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k를 결정한다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없이 다양한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얻는다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 필터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범위를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조건으로 좁힌다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조립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번호와 출처를 붙여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LLM에 넘긴다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WRAP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저장소를 직접 부르면 생기는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38528"/>
            <a:ext cx="457200" cy="457200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38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저장소를 바꾸면 코드를 다 고쳐야 한다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함수를 부른 모든 곳을 찾아다녀야 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38528"/>
            <a:ext cx="457200" cy="457200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1938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방식마다 함수 이름이 다르다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방식을 바꿀 때마다 호출부를 수정해야 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3538728"/>
            <a:ext cx="457200" cy="457200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5387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옵션이 코드 곳곳에 흩어진다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k=3이 여기저기 박혀 있으면 튜닝할 때 고생합니다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32461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538728"/>
            <a:ext cx="457200" cy="457200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35387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체인·그래프에 끼워 넣기 번거롭다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17차시 이후 LangGraph에서 특히 문제가 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동작은 잘 했습니다. 문제는 바꾸기 어렵다는 것입니다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PLUG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콘센트 비유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 가전은 종류가 다 다릅니다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냉장고, TV, 청소기…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플러그 모양은 다 똑같습니다.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어느 콘센트에나 꽂힙니다.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Retriever가 그 표준 플러그입니다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6032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FAISS든, Chroma든, 웹 검색이든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방법 하나로 통일됩니다.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안에서 무엇이 돌아가든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쪽은 몰라도 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방식을 바꿔도 호출하는 줄은 그대로입니다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검색하든 동일하게 호출할 수 있게 감싼 표준 부품.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search_type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방식. 유사도 · MMR · 임계값 중에서 고릅니다.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가까우면서도 서로 다른 조각을 고르는 방식.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fetch_k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MMR이 후보로 먼저 가져올 개수. k보다 크게 잡습니다.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 조건으로 검색 범위를 제한하는 옵션.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결과를 이어 붙여 LLM에 넘기는 근거 문자열.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MODES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 세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3154680"/>
          </a:xfrm>
          <a:prstGeom prst="roundRect">
            <a:avLst>
              <a:gd name="adj" fmla="val 11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5915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7889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K개를 그대로 가져옵니다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6118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빠르고 단순 · 대부분 충분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420624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 — 비슷한 내용이 중복으로 올 수 있음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01568" cy="3154680"/>
          </a:xfrm>
          <a:prstGeom prst="roundRect">
            <a:avLst>
              <a:gd name="adj" fmla="val 115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35915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다양성 확보형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7889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가까우면서도 서로 다른 것을 고릅니다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6118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여러 측면을 물을 때 유리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420624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후보를 넉넉히 뽑아 그중에서 고름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1691640"/>
            <a:ext cx="3401568" cy="3154680"/>
          </a:xfrm>
          <a:prstGeom prst="roundRect">
            <a:avLst>
              <a:gd name="adj" fmla="val 11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193852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score_threshold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35915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미달 차단형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27889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 기준에 못 미치면 버립니다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93608" y="36118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미달이면 결과가 아예 빔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420624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가장 안전한 설정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02920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2120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방식을 바꿀 때 고치는 곳은 설정 한 줄뿐입니다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도시락 반찬 고르기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"맛있는 반찬 3개 골라줘"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5257800" cy="2697480"/>
          </a:xfrm>
          <a:prstGeom prst="roundRect">
            <a:avLst>
              <a:gd name="adj" fmla="val 135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 방식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8136" y="2487168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88136" y="3054096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0540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배추김치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88136" y="3621024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6210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총각김치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4041648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맛있긴 한데… 전부 김치입니다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755648"/>
            <a:ext cx="5257800" cy="2697480"/>
          </a:xfrm>
          <a:prstGeom prst="roundRect">
            <a:avLst>
              <a:gd name="adj" fmla="val 135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768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 방식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47688" y="2487168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85432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47688" y="3054096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85432" y="30540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계란말이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47688" y="3621024"/>
            <a:ext cx="44531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36210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불고기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4041648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맛있으면서도 서로 다른 것을 고릅니다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"환불과 교환의 차이는?" — 두 조항을 각각 가져와야 답할 수 있습니다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다른 방식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: "환불과 교환은 어떻게 다른가요?"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 k=3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88136" y="2468880"/>
            <a:ext cx="445312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24688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  상품을 받은 후 7일 이내에는 환불을…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88136" y="2999232"/>
            <a:ext cx="445312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9992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  3. 환불 및 교환 규정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88136" y="3529584"/>
            <a:ext cx="445312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80160" y="352958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  문의사항은 고객센터로…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4023360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얘기만 3개 — 교환을 답할 수 없습니다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7688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 k=3 fetch_k=10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647688" y="2468880"/>
            <a:ext cx="445312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9712" y="24688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  상품을 받은 후 7일 이내에는 환불을…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47688" y="2999232"/>
            <a:ext cx="445312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9712" y="29992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  30일 이내에 무상으로 교환해드리며…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47688" y="3529584"/>
            <a:ext cx="445312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9712" y="352958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  벽면에서 30cm 이상 떨어진…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4023360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+ 교환을 함께 — 비교해 답할 수 있습니다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MMR을 쓰는 이유입니다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개를 가져올까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k값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73736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737360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0428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30428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없음 · 비용 최소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304288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하나가 틀리면 답도 틀림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7121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87121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정확도와 비용의 균형 (권장 출발점)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871216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조항에 걸친 질문엔 부족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43814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4381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43814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위험이 줄어듦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438144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조각이 섞이기 시작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0507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이상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400507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웬만하면 정답이 포함됨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005072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노이즈·비용 급증, 답이 흐려짐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66344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86460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잡으면 좋을 것 같지만 그렇지 않습니다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28523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자주 조정하는 값이면서, 가장 자주 잘못 조정하는 값이기도 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NOT MORE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자료가 너무 많을 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참고서 3권을 주면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핵심만 골라 읽고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씁니다.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참고서 30권을 주면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내용까지 눈에 들어옵니다.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중요한지 판단이 흐려집니다.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엉뚱한 내용을 섞어 답을 씁니다.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LLM도 똑같습니다 — 근거가 많다고 답이 좋아지지 않습니다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k를 바꿔가며 점수를 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: "환불은 며칠 이내인가요?"   ·   기준값 0.47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783080"/>
          <a:ext cx="64008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783080"/>
            <a:ext cx="4096512" cy="2697480"/>
          </a:xfrm>
          <a:prstGeom prst="roundRect">
            <a:avLst>
              <a:gd name="adj" fmla="val 135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9068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k별 기준 미달 조각 수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790688" y="25420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k=1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0개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29626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k=3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9626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90688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k=5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 ← 노이즈 시작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90688" y="38039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k=10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8039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문서에는 k=3이 적절합니다 — 질문 여러 개로 반복하면 근거가 생깁니다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YOU RAISE 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k를 늘리기 전에 확인할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"1~3위 안에 정답이 있는가?"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3401568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327355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있는데 답이 틀렸다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73075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문제가 아닙니다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416052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문제 — 13차시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3017520"/>
            <a:ext cx="3401568" cy="1874520"/>
          </a:xfrm>
          <a:prstGeom prst="roundRect">
            <a:avLst>
              <a:gd name="adj" fmla="val 195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327355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5~10위에 있다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73075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k를 늘리면 해결됩니다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416052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적정 k를 실험으로 찾으세요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3017520"/>
            <a:ext cx="3401568" cy="1874520"/>
          </a:xfrm>
          <a:prstGeom prst="roundRect">
            <a:avLst>
              <a:gd name="adj" fmla="val 1951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327355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아예 없다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373075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자체가 실패했습니다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416052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분할이나 임베딩 문제 — 7·9차시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512064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2806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원인을 모르고 k만 올리면 노이즈만 늘어납니다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 FILTER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범위를 조건으로 좁히기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6차시에서 metadata에 분류 정보를 넣어둔 것을 기억하시나요? 이제 쓸 차례입니다.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002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문서가 여러 종류일 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4963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인사규정 · 영업매뉴얼 · 제품설명서가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인덱스에 섞여 있을 때 주제별로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2002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문서만 봐야 할 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4963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연도를 metadata에 넣어두고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것만 필터링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88136" y="3648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제어가 필요할 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41422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부서와 문서 부서를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맞춰서 필터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342900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7688" y="3648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정확도를 올리고 싶을 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47688" y="41422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범위가 좁아지면 엉뚱한 문서가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섞일 확률이 줄어듭니다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FAISS의 필터는 단순합니다 — 복잡한 조건이 필요하면 Chroma나 Qdrant를 검토하세요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결과를 어떻게 이어 붙일까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이어 붙이면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8136" y="278892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조각1 조각2 조각3 …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4747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어디까지가 한 조각인지 모릅니다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어느 문서에서 왔는지 알 수 없습니다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LLM이 출처를 표시할 방법이 없습니다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번호와 출처를 붙이면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47688" y="278892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[1] manual.pdf p.2  →  본문 …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34747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조각 경계가 명확합니다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"[1]을 근거로"라고 시킬 수 있습니다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사용자가 원문을 확인할 수 있습니다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형식이 13차시에서 빛을 발합니다 — "각 문장 끝에 [번호]를 붙이십시오"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LAMBDA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관련성과 다양성의 조절 다이얼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01568" cy="2606040"/>
          </a:xfrm>
          <a:prstGeom prst="roundRect">
            <a:avLst>
              <a:gd name="adj" fmla="val 1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9339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60604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관련성만 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30632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similarity와 거의 같아집니다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84048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단순한 질문에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01568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199339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60604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반반 (기본값)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0632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관련성과 다양성을 균형있게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84048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대부분의 경우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737360"/>
            <a:ext cx="3401568" cy="2606040"/>
          </a:xfrm>
          <a:prstGeom prst="roundRect">
            <a:avLst>
              <a:gd name="adj" fmla="val 1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199339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260604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다양성만 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30632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것도 섞입니다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84048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권장하지 않음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57200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77316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실무에서는 0.5 ~ 0.7 사이를 많이 씁니다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21208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복합적일수록 낮게, 단순할수록 높게 잡습니다.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MMR을 썼는데 관련 없는 게 섞인다면 이 값을 0.7~0.8로 올려보세요.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조각만 3개 나온다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방식을 MMR로 바꿔보세요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MMR을 썼는데 관련 없는 게 섞인다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lambda를 0.7~0.8로 올려 관련성 비중을 높이세요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필터를 걸었는데 결과가 0개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metadata에 그 키가 실제로 있는지 확인하세요. 오타가 흔합니다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임계값을 썼는데 항상 비어 있다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너무 높습니다. 실제 점수 분포를 먼저 확인하세요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k를 늘렸는데 답이 더 나빠졌다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정상입니다. 노이즈가 늘어난 것이니 다시 줄이세요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옵션을 줬는데 오류가 난다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옵션은 검색 설정 딕셔너리 안에 넣어야 합니다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MODULE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만드는 검색 모듈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부분을 별도 파일로 정리합니다. 24차시 Retriever Node의 원형입니다.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96596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세 줄이 파일 맨 위에 모여 있습니다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9572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TOP_K  ·  MIN_SCORE  ·  SEARCH_TYPE — 튜닝할 때 이 세 줄만 고치면 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88136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search()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886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받아 기준을 넘는 조각만 돌려줍니다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3200400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47688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build_context()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886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번호와 출처를 붙여 근거 문자열을 만듭니다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93776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두 함수만 밖에 노출됩니다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358384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저장소를 바꿔도 이 파일만 고치면 되고, 15차시 앱 구조에 그대로 들어갑니다.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Retriever가 왜 필요한지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similarity와 MMR의 차이를 예로 든다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k를 무작정 늘리면 왜 나쁜지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metadata 필터의 활용 상황을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문맥에 번호와 출처를 붙이는 이유를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retriever를 만들어 호출해봤다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similarity와 MMR 결과를 비교했다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k별 점수 분포로 적정 k를 정했다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임계값 방식을 써봤다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필터로 범위를 좁혀봤다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번호가 붙은 문맥을 만들었다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결정 근거 만들기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5개로 k=1,3,5,10 실험을 돌리고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적정 k와 그 이유를 적으세요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MMR이 유리한 질문 찾기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similarity로는 한쪽만 나오고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MMR로는 양쪽이 나오는 질문 2개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실습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2종 이상을 넣고 분류를 붙인 뒤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유무에 따른 차이를 비교하세요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 힌트 — "A와 B의 차이는?" 같은 비교 질문을 찾아보세요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12차시 RAG 품질 문제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오면 RAG가 꽤 잘 동작합니다. 그런데 여전히 가끔 이상한 답을 합니다. 왜일까요?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실패 유형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검색·문맥·환각·노이즈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증상으로 진단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단계를 좁힌다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무너뜨리기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약점을 찾아낸다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되는 것만 보면 실력이 늘지 않습니다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차시에서 만드는 실패 사례 목록은 35차시까지 계속 씁니다.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정한 k와 검색 방식이 그 실험의 기준선이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겹 감쌌을 뿐이지만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한 겹이 중요합니다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Retriever는 기능적으로 대단한 것이 아닙니다. 어제 하던 검색을 감쌌을 뿐입니다.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17차시부터 검색을 하나의 독립된 노드로 다루게 되는데, 오늘 만든 모듈이 그대로 그 노드가 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비싼 모델로 바꾸기 전에 검색부터 손보세요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MMR과 k 실험에서 보셨듯이, 검색 설정 하나가 답변 품질을 바꿉니다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1609</Words>
  <Application>Microsoft Office PowerPoint</Application>
  <PresentationFormat>사용자 지정</PresentationFormat>
  <Paragraphs>347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11차시 Retriever 기초 실습</dc:title>
  <dc:subject>PptxGenJS Presentation</dc:subject>
  <dc:creator>이창현</dc:creator>
  <cp:lastModifiedBy>Lenovo</cp:lastModifiedBy>
  <cp:revision>1</cp:revision>
  <dcterms:created xsi:type="dcterms:W3CDTF">2026-09-15T01:23:06Z</dcterms:created>
  <dcterms:modified xsi:type="dcterms:W3CDTF">2026-09-15T08:16:15Z</dcterms:modified>
</cp:coreProperties>
</file>