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-86" y="-4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조각 수</c:v>
                </c:pt>
              </c:strCache>
            </c:strRef>
          </c:tx>
          <c:spPr>
            <a:solidFill>
              <a:srgbClr val="2F5597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6243D"/>
                    </a:solidFill>
                    <a:latin typeface="맑은 고딕"/>
                  </a:defRPr>
                </a:pPr>
                <a:endParaRPr lang="ko-KR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size 30</c:v>
                </c:pt>
                <c:pt idx="1">
                  <c:v>size 50</c:v>
                </c:pt>
                <c:pt idx="2">
                  <c:v>size 100</c:v>
                </c:pt>
                <c:pt idx="3">
                  <c:v>size 150</c:v>
                </c:pt>
                <c:pt idx="4">
                  <c:v>size 250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14</c:v>
                </c:pt>
                <c:pt idx="2">
                  <c:v>6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dLbls>
          <c:showVal val="1"/>
        </c:dLbls>
        <c:axId val="106282368"/>
        <c:axId val="106386560"/>
      </c:barChart>
      <c:catAx>
        <c:axId val="106282368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106386560"/>
        <c:crosses val="autoZero"/>
        <c:auto val="1"/>
        <c:lblAlgn val="ctr"/>
        <c:lblOffset val="100"/>
        <c:noMultiLvlLbl val="1"/>
      </c:catAx>
      <c:valAx>
        <c:axId val="106386560"/>
        <c:scaling>
          <c:orientation val="minMax"/>
          <c:max val="20"/>
          <c:min val="0"/>
        </c:scaling>
        <c:axPos val="l"/>
        <c:majorGridlines>
          <c:spPr>
            <a:ln w="1270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106282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7차시입니다. 가장 과소평가되지만 실무에서 효과가 가장 큰 단계입니다.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파란 카드는 세 가지 설정값의 이해, 주황 카드는 스스로 값을 찾는 방법입니다.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차시에 첫 RAG가 돌아간다는 점을 미리 알려 동기를 만들어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이유가 더 중요합니다. 이 점을 꼭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차시에서 가장 중요한 한 문장입니다. 천천히 말해주세요.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개의 설정값(size, overlap, separators)이 오늘의 주인공입니다.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300~500 구간이 대부분의 한글 문서에서 출발점이 된다는 점을 미리 언급해도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케이크 비유는 수강생이 가장 잘 기억하는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실무에서 자주 놓치는 부분입니다. 한글 문서라면 반드시 줄여서 시작하세요.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경계에서 정보가 사라지지 않게 하는 장치라는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중복 저장 문제 때문에 무작정 키우면 안 된다는 점을 짚어주세요.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이것이 RecursiveCharacterTextSplitter가 기본 추천인 이유입니다.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5순위까지 내려가는 경우는 구분자가 아예 없는 문서입니다. 드물지만 대비는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제목만 있는 조각, 내용만 있는 조각이 따로 생기면 검색해도 쓸모가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실습에서는 수강생 각자의 문서로 이 표를 만들게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숫자를 해석하는 눈이 생기면 값을 정하는 것이 훨씬 수월해집니다.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숫자만 봐서는 부족합니다. 조각 내용을 직접 읽어보게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14차시 벤치마크로 이어지는 연결고리입니다.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중에 나오는 질문이 대부분 이 표 안에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사내 위키나 기술 문서가 Markdown인 경우가 많습니다. 실무에서 유용합니다.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항목을 다 채운 사람만 8차시에서 막히지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과제의 목적은 표를 채우는 것이 아니라 판단 근거를 남기는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차시가 첫 결실입니다. 기대감을 만들어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14차시에서 이 값을 숫자로 검증하게 된다는 점을 마지막으로 언급해도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7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분할 이해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자르느냐가 절반이다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자른다는 건 검색 단위를 설계한다는 뜻입니다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잘라야 하는가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이유를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 설명할 수 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 감각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크기에 따라 무엇이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좋아지고 나빠지는지 안다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chunk_overlap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겹쳐야 하는지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눈으로 확인한다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separators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단위를 어떻게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지켜주는지 이해한다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실험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바꿔가며 결과를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표로 정리한다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문서의 설정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판단해서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확정한다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단계의 두 번째 칸입니다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이 자리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750515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3247949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6차시 · 완료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24328" y="30540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237744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7520" y="2750515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999232" y="3247949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7차시 · 오늘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64608" y="30540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66360" y="237744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2750515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239512" y="3247949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8차시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04888" y="30540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237744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0" y="2750515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Vector DB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479792" y="3247949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8차시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345168" y="30540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46920" y="237744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38360" y="2750515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· 생성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20072" y="3247949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8차시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4480560"/>
            <a:ext cx="10817352" cy="1554480"/>
          </a:xfrm>
          <a:prstGeom prst="roundRect">
            <a:avLst>
              <a:gd name="adj" fmla="val 235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43000" y="4736592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6차시에서 읽어 들인 문서를 조각으로 나눕니다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5175504"/>
            <a:ext cx="9902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12페이지 PDF를 통째로 LLM에게 줄 수는 없습니다. 이유가 두 가지 있습니다.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조각이 8차시에서 벡터로 바뀌어 저장됩니다. 다음 차시가 마일스톤 1입니다.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SPLIT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잘라야 하는 두 가지 이유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084832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21579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넣을 수 있는 양이 정해져 있다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6700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이삿짐 상자처럼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3035808"/>
            <a:ext cx="4453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상자에 담을 수 있는 양은 정해져 있습니다.</a:t>
            </a: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밀어 넣어도 뚜껑이 안 닫히면 소용없습니다.</a:t>
            </a: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300페이지 규정집 → 넣을 수 없습니다</a:t>
            </a: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넣을 수 있어도 → 비용이 수십 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2084832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87768" y="21579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검색의 정밀도 때문에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47688" y="26700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도서관에서 책 찾기처럼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47688" y="3035808"/>
            <a:ext cx="4453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 규정이 뭐야?"라고 물었을 때</a:t>
            </a: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안 잘랐다면 → 300페이지 통째로</a:t>
            </a: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잘 잘랐다면 → "제12조" 문단 하나</a:t>
            </a: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없는 299페이지가 방해가 됩니다.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 문제는 돈으로 풀 수 있지만, 정밀도 문제는 그렇지 않습니다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RIGHT QUESTION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분할은 잘게 자르는 작업이 아닙니다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57800" cy="2103120"/>
          </a:xfrm>
          <a:prstGeom prst="roundRect">
            <a:avLst>
              <a:gd name="adj" fmla="val 173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분들이 이렇게 생각합니다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560320"/>
            <a:ext cx="4453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"그냥 적당히 잘게 자르면 되겠지"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88136" y="3154680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chunk_size를 감으로 정하고 넘어갑니다.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691640"/>
            <a:ext cx="5257800" cy="2103120"/>
          </a:xfrm>
          <a:prstGeom prst="roundRect">
            <a:avLst>
              <a:gd name="adj" fmla="val 173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47688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물어야 합니다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47688" y="2560320"/>
            <a:ext cx="4453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조각 하나만 봐도 답이 나오는가?"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3154680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질문에 Yes가 되도록 자르는 것이 분할입니다.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023360"/>
            <a:ext cx="10817352" cy="1965960"/>
          </a:xfrm>
          <a:prstGeom prst="roundRect">
            <a:avLst>
              <a:gd name="adj" fmla="val 186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4297680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자른다는 건 '검색 단위를 설계한다'는 뜻입니다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800600"/>
            <a:ext cx="9902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검색은 문서 단위가 아니라 조각 단위로 일어납니다. 그래서 조각 하나가 곧 답변의 재료입니다.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관점을 가지면 chunk_size를 정하는 일이 훨씬 쉬워집니다. 감이 아니라 기준이 생기니까요.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4592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64592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문서를 작은 조각으로 나누는 작업. RAG 5단계 중 두 번째입니다.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7744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7744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37744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잘라낸 조각 하나. 앞으로 검색의 최소 단위가 됩니다.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0896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0896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10896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 하나의 최대 길이(문자 수).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4048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4048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chunk_overlap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84048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조각의 끝부분을 다음 조각 앞에 겹쳐 넣는 길이.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7200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7200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separators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457200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자를 위치를 찾는 기준 문자. 문단 → 줄 → 문장 순으로 시도합니다.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03520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0352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컨텍스트 창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530352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LLM에 한 번에 넣을 수 있는 최대 분량. 2차시에서 배웠습니다.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 SIZE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얼마나 크게 자를까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정답은 없습니다. 크기에 따라 무엇이 좋아지고 나빠지는지부터 봅시다.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817352" cy="658368"/>
          </a:xfrm>
          <a:prstGeom prst="roundRect">
            <a:avLst>
              <a:gd name="adj" fmla="val 5556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830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178308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1783080"/>
            <a:ext cx="4187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단점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496312"/>
            <a:ext cx="10817352" cy="658368"/>
          </a:xfrm>
          <a:prstGeom prst="roundRect">
            <a:avLst>
              <a:gd name="adj" fmla="val 555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49631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 이하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496312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검색이 매우 정밀함 · 토큰 비용이 적음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496312"/>
            <a:ext cx="4187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문맥이 끊겨 답이 단편적 · 조각 수 폭증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20954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 ~ 500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20954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정밀도와 문맥의 균형 · 대부분 무난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3209544"/>
            <a:ext cx="4187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설명이 여러 조각에 흩어짐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922776"/>
            <a:ext cx="10817352" cy="658368"/>
          </a:xfrm>
          <a:prstGeom prst="roundRect">
            <a:avLst>
              <a:gd name="adj" fmla="val 555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92277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 ~ 1000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3922776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설명이 통째로 담김 · 답변이 풍부해짐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3922776"/>
            <a:ext cx="4187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없는 내용이 섞이기 쉬움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6360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 이상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463600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흐름이 잘 유지됨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636008"/>
            <a:ext cx="4187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노이즈·비용 급증 · 검색 정밀도 급락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507492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2578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크다고 좋은 것도, 작다고 좋은 것도 아닙니다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CAKE ANALOGY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"딸기 부분만 먹고 싶어요"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3154680"/>
          </a:xfrm>
          <a:prstGeom prst="roundRect">
            <a:avLst>
              <a:gd name="adj" fmla="val 1159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192024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크게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359152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 2000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907792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케이크 절반을 통째로 받습니다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딸기는 있지만 초콜릿·크림도 다 딸려옵니다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40690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원한 것만 얻지 못합니다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3154680"/>
          </a:xfrm>
          <a:prstGeom prst="roundRect">
            <a:avLst>
              <a:gd name="adj" fmla="val 115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192024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적당히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359152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 400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907792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딸기가 올라간 조각 하나를 받습니다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것이 온전히 담겨 있습니다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40690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 원하던 것입니다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3154680"/>
          </a:xfrm>
          <a:prstGeom prst="roundRect">
            <a:avLst>
              <a:gd name="adj" fmla="val 1159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93608" y="192024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잘게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2359152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 50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907792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 한 알만 받습니다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앞뒤 맥락이 전부 사라졌습니다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40690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케이크인지 뭔지 알 수 없습니다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98348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2120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검색은 조각 단위로 일어납니다 — 조각 하나가 답이 되어야 합니다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KOREAN DOCUMENTS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기준 권장값을 그대로 쓰지 마세요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93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 예제는 대부분 영어 기준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542032"/>
            <a:ext cx="445312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5420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 = 1000  을 권합니다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291840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1000자 ≈ 단어 150~200개 분량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1000자 ≈ 단어 300개 이상 분량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1719072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1993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한글은 글자당 정보량이 많습니다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47688" y="2542032"/>
            <a:ext cx="445312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25420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출발점 :  chunk_size = 400 ~ 500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291840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글자 수라도 담기는 내용이 훨씬 많아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권장값의 절반 정도에서 시작합니다.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57200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8691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튜토리얼 숫자를 그대로 복사하면 조각이 지나치게 커집니다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 OVERLAP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겹치지 않으면 문장이 반으로 잘립니다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 :  "…환불은 상품 수령일로부터 7일 이내에 신청해야 합니다. 단, 상품이 훼손된 경우에는…"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2103120"/>
            <a:ext cx="493776" cy="493776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9848" y="21031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728216" y="2103120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overlap = 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88136" y="2788920"/>
            <a:ext cx="4453128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27889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[조각 1] …7일 이내에 신청해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88136" y="3337560"/>
            <a:ext cx="4453128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33375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[조각 2] 야 합니다. 단, 훼손된 경우…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" y="3950208"/>
            <a:ext cx="4453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 1만 검색되면 그 다음 조건이 사라집니다.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45352" y="1783080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103120"/>
            <a:ext cx="493776" cy="493776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29400" y="21031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287768" y="2103120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overlap = 50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47688" y="2788920"/>
            <a:ext cx="4453128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85432" y="27889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[조각 1] …7일 이내에 신청해야 합니다.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47688" y="3337560"/>
            <a:ext cx="4453128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33375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[조각 2] 7일 이내에 신청해야 합니다. 단, …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647688" y="3950208"/>
            <a:ext cx="4453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조각이 걸려도 문맥이 살아 있습니다.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475488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0520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겹침은 조각과 조각을 이어 붙이는 다리입니다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MUCH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overlap은 얼마로 잡을까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chunk_size의 10~20%가 일반적입니다. 출발점은 10%로 두면 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401568" cy="1188720"/>
          </a:xfrm>
          <a:prstGeom prst="roundRect">
            <a:avLst>
              <a:gd name="adj" fmla="val 307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01168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 300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395728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overlap 30 ~ 60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401568" cy="1188720"/>
          </a:xfrm>
          <a:prstGeom prst="roundRect">
            <a:avLst>
              <a:gd name="adj" fmla="val 307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6008" y="201168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 500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2395728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overlap 50 ~ 100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01000" y="1783080"/>
            <a:ext cx="3401568" cy="1188720"/>
          </a:xfrm>
          <a:prstGeom prst="roundRect">
            <a:avLst>
              <a:gd name="adj" fmla="val 307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93608" y="201168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 1000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93608" y="2395728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overlap 100 ~ 200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3200400"/>
            <a:ext cx="10817352" cy="1417320"/>
          </a:xfrm>
          <a:prstGeom prst="roundRect">
            <a:avLst>
              <a:gd name="adj" fmla="val 258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34015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크게 잡으면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822192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같은 내용이 여러 조각에 중복 저장됩니다        · 저장 공간과 임베딩 비용이 늘어납니다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검색 결과에 거의 같은 조각만 잔뜩 나옵니다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484632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1206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 : chunk_size의 10%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SEPARATORS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 데나 자르면 안 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084832"/>
            <a:ext cx="530352" cy="530352"/>
          </a:xfrm>
          <a:prstGeom prst="ellipse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2157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분할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728216" y="2505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CharacterTextSplitter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2926080"/>
            <a:ext cx="4453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"500자마다 무조건 자른다"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 중간이든 문장 중간이든 상관하지 않습니다.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88136" y="3840480"/>
            <a:ext cx="4453128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25880" y="384048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"환불규정은다음과같습니다상품수령" 에서 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2084832"/>
            <a:ext cx="530352" cy="53035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287768" y="2157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재귀적 분할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287768" y="25054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RecursiveCharacterTextSplitter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647688" y="2926080"/>
            <a:ext cx="4453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"500자 근처에서 자를 만한 곳을 찾아 자른다"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우선순위를 따라가며 자를 위치를 고릅니다.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47688" y="3840480"/>
            <a:ext cx="4453128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85432" y="384048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 끝에서 깔끔하게 잘립니다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단위를 최대한 보존하는 것이 재귀적 분할의 목적입니다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자를 곳을 찾는 다섯 단계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위에서부터 차례로 시도하고, 가능한 가장 앞선 기준에서 자릅니다.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817352" cy="640080"/>
          </a:xfrm>
          <a:prstGeom prst="roundRect">
            <a:avLst>
              <a:gd name="adj" fmla="val 571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83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1순위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 구분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7830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줄에서 자를 수 있나?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2532888"/>
            <a:ext cx="1081735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5328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2순위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5328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줄바꿈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53288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줄이 바뀌는 곳에서는?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3282696"/>
            <a:ext cx="10817352" cy="640080"/>
          </a:xfrm>
          <a:prstGeom prst="roundRect">
            <a:avLst>
              <a:gd name="adj" fmla="val 571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28269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3순위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328269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마침표 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328269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문장이 끝나는 곳에서는?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4032504"/>
            <a:ext cx="1081735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403250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4순위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403250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띄어쓰기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403250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최소한 단어 사이에서라도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85800" y="4782312"/>
            <a:ext cx="10817352" cy="640080"/>
          </a:xfrm>
          <a:prstGeom prst="roundRect">
            <a:avLst>
              <a:gd name="adj" fmla="val 571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47823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5순위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377440" y="47823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자름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478231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 안 되면 글자 중간에서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62356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위쪽에서 잘릴수록 의미가 온전하게 보존됩니다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 ACTION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우선순위가 실제로 작동하는 모습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chunk_size를 100으로 두었을 때, 어디서 잘리는지 봅시다.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8136" y="20116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88136" y="2395728"/>
            <a:ext cx="4453128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2542032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환불 규정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수령 후 7일 이내에 환불이 가능합니다.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변심은 배송비를 고객이 부담합니다.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교환 규정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불량품은 30일 이내 교환이 가능합니다.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5352" y="1783080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20116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결과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47688" y="2395728"/>
            <a:ext cx="445312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248716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[조각 1]  1. 환불 규정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수령 후 7일 이내에 환불이 가능합니다.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변심은 배송비를 고객이 부담합니다.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47688" y="3401568"/>
            <a:ext cx="4453128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85432" y="34930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[조각 2]  2. 교환 규정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불량품은 30일 이내 교환이 가능합니다.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47688" y="4114800"/>
            <a:ext cx="4453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줄(문단 구분)에서 깔끔하게 잘렸습니다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75488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0520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제목과 그 설명이 한 조각에 함께 있습니다 — 그래야 검색됐을 때 말이 됩니다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EXPERIMENT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바꿔가며 무엇이 달라지는지 봅니다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691640"/>
          <a:ext cx="64008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91640"/>
            <a:ext cx="4096512" cy="2788920"/>
          </a:xfrm>
          <a:prstGeom prst="roundRect">
            <a:avLst>
              <a:gd name="adj" fmla="val 131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90688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문서, 다른 설정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90688" y="25146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size 30   →  평균 20자  (최소 7)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size 50   →  평균 25자  (최소 7)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size 100 →  평균 59자  (최소 13)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size 150 →  평균 113자 (최소 67)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size 250 →  평균 171자 (최소 143)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 수만 보지 말고 평균과 최소 길이를 함께 보세요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READING THE NUMBERS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표에서 읽어내야 할 세 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926080"/>
          </a:xfrm>
          <a:prstGeom prst="roundRect">
            <a:avLst>
              <a:gd name="adj" fmla="val 125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33472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 수와 크기는 반비례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401568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size가 커지면 조각 수가 줄어듭니다.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당연한 이야기지만 비용과 직결됩니다.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926080"/>
          </a:xfrm>
          <a:prstGeom prst="roundRect">
            <a:avLst>
              <a:gd name="adj" fmla="val 125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33472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평균이 chunk_size보다 작다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401568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separators 때문입니다. 500자를 채우기 전에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 끝이 나오면 거기서 자릅니다. 정상입니다.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926080"/>
          </a:xfrm>
          <a:prstGeom prst="roundRect">
            <a:avLst>
              <a:gd name="adj" fmla="val 125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33472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최소값을 눈여겨보라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401568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지나치게 짧은 조각이 섞여 있다면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조각은 검색돼도 답이 되지 못합니다.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조각이 100자 미만이면 chunk_size를 키워야 합니다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 QUESTIONS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조각을 읽으면서 스스로에게 물어보세요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257800" cy="1874520"/>
          </a:xfrm>
          <a:prstGeom prst="roundRect">
            <a:avLst>
              <a:gd name="adj" fmla="val 19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56816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56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190195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조각 하나만 보고 무슨 얘기인지 알 수 있는가?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8163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 라면  →  chunk_size를 키우세요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1627632"/>
            <a:ext cx="5257800" cy="1874520"/>
          </a:xfrm>
          <a:prstGeom prst="roundRect">
            <a:avLst>
              <a:gd name="adj" fmla="val 19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956816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1956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24344" y="190195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조각에 서로 다른 주제가 섞여 있는가?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28163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 라면  →  chunk_size를 줄이세요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3703320"/>
            <a:ext cx="5257800" cy="1874520"/>
          </a:xfrm>
          <a:prstGeom prst="roundRect">
            <a:avLst>
              <a:gd name="adj" fmla="val 19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4032504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9848" y="40325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764792" y="3977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문장이 중간에 어색하게 끊기는가?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" y="4892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 라면  →  overlap을 늘리세요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3703320"/>
            <a:ext cx="5257800" cy="1874520"/>
          </a:xfrm>
          <a:prstGeom prst="roundRect">
            <a:avLst>
              <a:gd name="adj" fmla="val 19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4032504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40325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24344" y="3977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제목과 내용이 다른 조각으로 갈라졌는가?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47688" y="4892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 라면  →  separators 순서를 점검하세요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STARTING POINTS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종류별 권장 출발점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10817352" cy="475488"/>
          </a:xfrm>
          <a:prstGeom prst="roundRect">
            <a:avLst>
              <a:gd name="adj" fmla="val 769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190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종류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171907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1719072"/>
            <a:ext cx="4736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249424"/>
            <a:ext cx="10817352" cy="475488"/>
          </a:xfrm>
          <a:prstGeom prst="roundRect">
            <a:avLst>
              <a:gd name="adj" fmla="val 76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24942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 · Q&amp;A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24942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 ~ 300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249424"/>
            <a:ext cx="4736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하나가 한 조각이 되도록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7977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규정집 · 약관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277977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 ~ 500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779776"/>
            <a:ext cx="4736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조항 하나가 한 조각이 되도록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310128"/>
            <a:ext cx="10817352" cy="475488"/>
          </a:xfrm>
          <a:prstGeom prst="roundRect">
            <a:avLst>
              <a:gd name="adj" fmla="val 76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3101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매뉴얼 · 설명서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331012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 ~ 600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310128"/>
            <a:ext cx="4736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 하나가 온전히 담기도록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8404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· 논문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794760" y="38404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 ~ 1000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840480"/>
            <a:ext cx="4736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문맥이 길어 넓게 잡아야 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370832"/>
            <a:ext cx="10817352" cy="475488"/>
          </a:xfrm>
          <a:prstGeom prst="roundRect">
            <a:avLst>
              <a:gd name="adj" fmla="val 76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3708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회의록 · 대화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794760" y="43708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 ~ 500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4370832"/>
            <a:ext cx="4736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발언 단위로 나뉘도록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5029200"/>
            <a:ext cx="10817352" cy="960120"/>
          </a:xfrm>
          <a:prstGeom prst="roundRect">
            <a:avLst>
              <a:gd name="adj" fmla="val 381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5175504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표는 출발점일 뿐입니다 — 오늘의 감각 + 14차시의 측정 = 최적값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55955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시작해 조각을 읽어보고 조정하세요. 14차시에서는 정답률이라는 숫자로 검증하게 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겪는 문제와 해결법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4592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조각이 chunk_size보다 훨씬 짧다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64592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349240" y="164592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정상입니다. separators가 앞쪽에서 자를 곳을 찾은 것입니다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35915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조각이 chunk_size보다 길다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35915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359152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자를 만한 구분자가 없는 경우입니다. separators 마지막에 빈 문자열을 넣으세요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07238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072384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표가 여러 조각으로 찢어진다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07238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3072384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표는 분할에 취약합니다. 표만 따로 추출해 별도로 처리하세요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78561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78561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제목과 내용이 갈라진다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78561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785616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chunk_size를 키우거나 Markdown 헤더 분할기를 쓰세요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49884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49884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내용이 여러 조각에 반복된다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449884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4498848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overlap이 너무 큽니다. chunk_size의 10~20%로 줄이세요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" y="521208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1208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 수가 수천 개로 폭증한다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521208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521208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chunk_size가 너무 작습니다. 임베딩 비용도 함께 폭증합니다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SPECIAL CASE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구조가 있는 문서라면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Markdown 문서에는 #, ## 같은 제목 구조가 있습니다. 이걸 살려서 자르면 훨씬 좋습니다.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8136" y="20574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수로만 자르면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88136" y="2606040"/>
            <a:ext cx="4453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문서의 구조 정보가 버려집니다.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제목과 본문이 갈라질 수 있고,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섹션에서 나온 조각인지 알 수 없습니다.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45352" y="1783080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47688" y="20574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기준으로 자르면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47688" y="2560320"/>
            <a:ext cx="445312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85432" y="25603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h1 : 사용 설명서   ·   h2 : 설치 방법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324612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조각의 metadata에 제목 경로가 들어갑니다.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"설치 방법 섹션에서만 검색" 같은 것이 가능해집니다.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70916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0063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문서에 구조가 있다면, 그 구조를 버리지 마세요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분할이 필요한 이유 두 가지를 말할 수 있다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chunk_size의 크기별 장단점을 안다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overlap이 왜 필요한지 예를 들어 설명한다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separators의 우선순위를 이해했다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한글 문서는 왜 작게 잡는지 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문서를 조각으로 나눠봤다</a:t>
            </a:r>
            <a:endParaRPr lang="en-US" sz="13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조각 수와 평균 길이를 확인했다</a:t>
            </a:r>
            <a:endParaRPr lang="en-US" sz="13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overlap 0과 50의 차이를 눈으로 봤다</a:t>
            </a:r>
            <a:endParaRPr lang="en-US" sz="13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chunk_size를 여러 값으로 비교했다</a:t>
            </a:r>
            <a:endParaRPr lang="en-US" sz="13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조각을 직접 읽고 네 질문에 답해봤다</a:t>
            </a:r>
            <a:endParaRPr lang="en-US" sz="13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로딩과 분할을 하나로 합쳤다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과제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93392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비교표 작성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문서로 size 200·300·500·800을 각각 돌려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조각수·평균·최소를 기록하고 직접 평가하세요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93392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설정 결정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문서에 쓸 chunk_size와 overlap을 정하고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 값인지 이유를 한 문장으로 적으세요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93392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조각 찾기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"이건 검색돼도 쓸모없겠다" 싶은 조각을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찾아 왜 그런지 기록하세요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1435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"내 평가" 칸이 핵심입니다 — 숫자가 아니라 판단을 남기세요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8차시 첫 번째 RAG 실습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드디어 1~7차시 내용이 하나로 이어집니다.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84755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 → 벡터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882189"/>
            <a:ext cx="3203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조각을 변환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78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96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11040" y="2384755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· 검색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492752" y="2882189"/>
            <a:ext cx="3203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질문에 맞는 조각 찾기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516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34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4840" y="2384755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생성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6552" y="2882189"/>
            <a:ext cx="3203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근거로 넘겨 답 받기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여러분의 첫 RAG 시스템이 실제로 돌아갑니다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 1입니다. 오늘 정한 chunk_size가 그대로 첫 시스템의 설정이 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오늘 조각을 잘 만들어 두는 것이 다음 차시의 결과를 좌우합니다.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03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자른 문서는</a:t>
            </a:r>
            <a:endParaRPr lang="en-US" sz="34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절반은 검색된 것이나 마찬가지입니다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분할은 RAG에서 가장 과소평가되는 단계입니다. "그냥 자르는 건데 뭐가 어렵겠어" 싶으니까요.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성능을 올리려 할 때 가장 효과가 큰 것이 이 설정입니다. 비싼 모델로 바꾸는 것보다,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chunk_size를 800에서 400으로 줄이는 쪽이 훨씬 큰 개선을 가져오는 경우가 많습니다.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92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정한 값이 다음 차시 첫 시스템의 설정이 됩니다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3035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차시에서 드디어 결실을 봅니다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2081</Words>
  <Application>Microsoft Office PowerPoint</Application>
  <PresentationFormat>사용자 지정</PresentationFormat>
  <Paragraphs>417</Paragraphs>
  <Slides>24</Slides>
  <Notes>24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07차시 텍스트 분할 이해</dc:title>
  <dc:subject>PptxGenJS Presentation</dc:subject>
  <dc:creator>이창현</dc:creator>
  <cp:lastModifiedBy>Lenovo</cp:lastModifiedBy>
  <cp:revision>1</cp:revision>
  <dcterms:created xsi:type="dcterms:W3CDTF">2026-09-14T15:45:35Z</dcterms:created>
  <dcterms:modified xsi:type="dcterms:W3CDTF">2026-09-15T08:14:16Z</dcterms:modified>
</cp:coreProperties>
</file>