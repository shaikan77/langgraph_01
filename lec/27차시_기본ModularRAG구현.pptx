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27차시입니다. 24~26차시 모듈을 하나의 그래프로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오늘부터 시스템이 자기 답변을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무엇이 달라지는지 표로 명확히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검증의 필요성을 강하게 각인시키세요.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bump 노드가 왜 필요한지 뒤에서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28차시에서 이 규칙을 정식으로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28차시에서 배울 방식대로 표를 먼저 만들고 코드로 옮깁니다.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판단에는 정답이 없다는 점을 보여주는 좋은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번에 다 만들지 않고 차시마다 늘리는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번에 다 만들면 어디가 문제인지 알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Reducer로 누적한 로그가 여기서 값어치를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원칙대로 측정하고 판단하게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두 줄이 가장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통과하면 마일스톤 3 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마일스톤 3 달성을 축하하고 다음 과제를 던집니다.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차시의 문제의식을 미리 던집니다.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한계도 솔직히 말하면서 다음을 기대하게 만드세요.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27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Modular RAG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모듈을 하나로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재생성 루프 — 마일스톤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모듈 연결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그래프로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루프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시 다시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만들게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무한루프와 비용 폭주를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막는다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추적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경로로 갔는지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로그로 남긴다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확인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22차시와 실패율을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최소 요건을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갖춘다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완성할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 :  START → retrieve ─ ok → generate → END   /   empty → fallback → 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97180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:  START → retrieve ─ ok ────→ generate → verify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      └ empty ─→ fallback        ├ pass ──→ END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             ↑                   ├ retry ─→ bump ─→ generate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             └────── giveup ─────┘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4526280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526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 버전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4526280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버전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928616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9286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답을 그대로 내보냄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4928616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심판을 통과한 답만 내보냄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3309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환각이 섞여도 알 수 없음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533095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이탈이 잡히면 재생성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733288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7332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 나빠도 재시도 불가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5733288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2회까지 다시 시도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61356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답이 나왔는지 기록 없음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6135624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이유가 로그에 남음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시스템이 자기 답변을 검토합니다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6596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"답변이 틀릴 수도 있다"를 전제로 만듭니다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6888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검증하고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실패하면 다시 시도하고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그래도 안 되면 정직하게 마무리합니다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97764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실무 최소 요건입니다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521208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3263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없는 RAG를 실무에 올리는 것은 브레이크 없는 차를 파는 것과 같습니다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루프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시 같은 근거로 답변을 다시 만드는 흐름.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루프가 몇 번까지 돌 수 있는지 정한 한계.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 노드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카운터를 올리는 전용 노드.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종료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도달 시 현재 결과로 정상 종료하는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추적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노드를 어떤 순서로 지났는지 기록하는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보이는 결과물이 완성되는 지점.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20차시에서 배운 안전한 루프의 3요소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548640" cy="5486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29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 카운터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9293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 — 18차시에 이미 넣어뒀습니다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36829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스키마를 미리 잡아둔 보상입니다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337560"/>
            <a:ext cx="548640" cy="54864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09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카운터를 올리는 노드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209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State를 수정할 수 없습니다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64845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값 변경은 노드가 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617720"/>
            <a:ext cx="548640" cy="54864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4897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검사를 맨 위에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4897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조건에 먼저 걸리면 상한이 무시됩니다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92861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안전장치는 항상 위쪽에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판단은 분기 함수가, 값 변경은 노드가 — 이 분리가 재현성을 지켜줍니다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ROUTING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 규칙표 — 표를 먼저, 코드는 나중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이후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6459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459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6459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64592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노드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13969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396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1396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396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396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6334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6334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전부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334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334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이후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56616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5661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5661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56616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노드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05993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40599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405993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 도달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405993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0599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(현재 답변으로)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5537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455371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pass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4553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55371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504748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047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148840" y="50474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giveup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50474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0474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54126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2148840" y="55412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전부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55412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regenerate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554126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03504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1번이 맨 위에 있어야 상한이 확실히 작동합니다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or FALLBACK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도달 시 어디로 보낼까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29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A안 — END로  (오늘 채택)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검증은 통과 못 했지만 답변은 있습니다.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불완전하더라도 주는 편이 낫다고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관점입니다.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로그에 검증 실패를 남깁니다.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29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B안 — fallback으로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검증을 통과 못 했으니 주지 않겠다는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 · 의료처럼 오답 비용이 큰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분야에 적합합니다.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31차시에서 이 판단을 다시 다룹니다 — 정답은 용도에 따라 다릅니다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PATH AT A 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재생성만, 재검색은 30차시에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38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26차시에서 판정을 네 가지로 나눴지만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9572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재검색 경로가 없습니다. rewrite 노드는 30차시에서 만듭니다.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구현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995928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995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bump → generate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995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구현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654296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6542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654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지금은 재생성으로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654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30차시에 분리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31266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126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5312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END 또는 fallback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312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구현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03504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재생성 하나만 연결하고, 30차시에서 갈래를 늘리는 방식으로 갑니다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단계별로 붙이며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0187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9930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추가 · END로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439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82880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9302" y="220187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1014" y="269930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 추가 · 루프 연결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474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2880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9652" y="220187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41364" y="269930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검사 넣기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8509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82880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0002" y="220187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69930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테스트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10817352" cy="2194560"/>
          </a:xfrm>
          <a:prstGeom prst="roundRect">
            <a:avLst>
              <a:gd name="adj" fmla="val 1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0233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확인할 것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80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4805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검증이 실제로 판정을 남기는가 — stream으로 grade 확인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846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8463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루프가 도는가 — generate가 두 번 등장하는지 확인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212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52120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상한에서 멈추는가 — 일부러 계속 실패하게 만들어 테스트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577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55778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재생성 · 상한 도달 · 검색 실패 네 경로를 모두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과정을 로그로 추적하기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4708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경로 — 재시도 없이 통과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[retrieve] 3/5건 통과 → [generate] 87자 생성 (인용 정상) → [verify] 통과 →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40156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경로 — 한 번 실패 후 통과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7947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[retrieve] 3/5건 통과 → [generate] 첫 생성 → [verify] 재시도 (근거 이탈)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[bump] 1회차 → [generate] 재생성 → [verify] 통과 → 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한 줄로 어느 경로를 갔는지 즉시 알 수 있습니다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22차시와 비교하기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20개로 두 버전을 비교합니다. 개선을 숫자로 확인하세요.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5564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175564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49424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494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24942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249424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통과분만 반영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432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발생 건수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432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불가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74320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검증으로 감지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2369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횟수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2369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23697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질문당 평균 몇 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7307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 시간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73075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73075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검증만큼 증가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22452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224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횟수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2245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질문당 1회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422452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질문당 2~4회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느려지고 비싸진 만큼 얻은 것이 있는지 확인하세요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환각이 줄지 않았는데 비용만 늘었다면 검증 기준을 다시 봐야 합니다.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33차시에서 이 비용을 줄이는 방법을 배웁니다.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 에러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검사가 맨 위에 있는지, bump가 루프에 있는지 확인하세요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재생성해도 같은 답이 나온다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실패 이유를 프롬프트에 넣었는지 확인하세요 (25차시)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재시도로 빠진다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기준이 과합니다. 26차시 재시도율을 다시 측정하세요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카운터가 안 올라간다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 노드가 값을 실제로 반환하는지 확인하세요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 없는 키 에러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값과 경로 맵의 키를 일치시키세요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예상보다 크다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검증의 1차 필터가 작동하는지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안전한 루프의 3요소를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bump 노드가 왜 따로 필요한지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상한 검사를 맨 위에 두는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상한 도달 시 두 가지 선택지를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왜 오늘은 재생성만 연결하는지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3 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세 모듈을 하나의 그래프로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재생성 루프를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재시도 상한을 걸었다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단계별로 붙이며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네 가지 경로를 모두 테스트했다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22차시와 비교해 개선을 측정했다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MILESTONE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최소 요건을 갖췄습니다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여러분의 RAG는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331012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답변을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검토합니다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331012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부실하면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만듭니다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306324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3608" y="331012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되면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끝냅니다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아직 모든 질문을 똑같이 처리합니다 — 다음 차시에서 나눕니다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28차시 Conditional Edge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시스템은 "안녕하세요"에도 문서를 검색합니다. 이게 맞을까요?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4규칙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쓰는 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나눌까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 세우기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분기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갈래 이상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라우팅의 목적은 성능이 아니라 적절함입니다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인사에는 인사로, 계산에는 계산으로, 문서 질문에는 RAG로.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부수적으로 비용과 속도도 개선됩니다.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처음으로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답변을 의심합니다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루프는 완벽하지 않습니다. 같은 근거로 다시 만들 뿐이니까요.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자체가 부족하면 몇 번을 다시 만들어도 소용없습니다. 그건 30차시에서 해결합니다.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이제 틀린 답이 그냥 나가지는 않습니다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왜 그런 판정이 났는지 기록이 남습니다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3 달성을 축하합니다.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Microsoft Office PowerPoint</Application>
  <PresentationFormat>사용자 지정</PresentationFormat>
  <Paragraphs>306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27차시 기본 Modular RAG 구현</dc:title>
  <dc:subject>PptxGenJS Presentation</dc:subject>
  <dc:creator>이창현</dc:creator>
  <cp:lastModifiedBy>lch</cp:lastModifiedBy>
  <cp:revision>1</cp:revision>
  <dcterms:created xsi:type="dcterms:W3CDTF">2026-09-17T11:10:16Z</dcterms:created>
  <dcterms:modified xsi:type="dcterms:W3CDTF">2026-09-17T11:17:26Z</dcterms:modified>
</cp:coreProperties>
</file>